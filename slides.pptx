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Hanken Grotesk"/>
      <p:regular r:id="rId19"/>
      <p:bold r:id="rId20"/>
      <p:italic r:id="rId21"/>
      <p:boldItalic r:id="rId22"/>
    </p:embeddedFont>
    <p:embeddedFont>
      <p:font typeface="Raleway ExtraBold"/>
      <p:bold r:id="rId23"/>
      <p:boldItalic r:id="rId24"/>
    </p:embeddedFont>
    <p:embeddedFont>
      <p:font typeface="Raleway Black"/>
      <p:bold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ankenGrotesk-bold.fntdata"/><Relationship Id="rId22" Type="http://schemas.openxmlformats.org/officeDocument/2006/relationships/font" Target="fonts/HankenGrotesk-boldItalic.fntdata"/><Relationship Id="rId21" Type="http://schemas.openxmlformats.org/officeDocument/2006/relationships/font" Target="fonts/HankenGrotesk-italic.fntdata"/><Relationship Id="rId24" Type="http://schemas.openxmlformats.org/officeDocument/2006/relationships/font" Target="fonts/RalewayExtraBold-boldItalic.fntdata"/><Relationship Id="rId23" Type="http://schemas.openxmlformats.org/officeDocument/2006/relationships/font" Target="fonts/RalewayExtra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Black-boldItalic.fntdata"/><Relationship Id="rId25" Type="http://schemas.openxmlformats.org/officeDocument/2006/relationships/font" Target="fonts/RalewayBlack-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19" Type="http://schemas.openxmlformats.org/officeDocument/2006/relationships/font" Target="fonts/HankenGrotesk-regular.fntdata"/><Relationship Id="rId18" Type="http://schemas.openxmlformats.org/officeDocument/2006/relationships/font" Target="fonts/Raleway-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2576a45fa49_2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2576a45fa49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cfcd64d2f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3cfcd64d2f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core service is an asynchronous FastAPI application exposing RESTful endpoints. We use semantic HTTP status codes, such as 202 Accepted for long-running ingestion. The entire stack is containerised via Docker Compose, meaning you can spin up the lightweight database and API instantly, or scale up with Celery and local LLMs using profiles."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cfde0b041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cfde0b041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core service is an asynchronous FastAPI application exposing RESTful endpoints. We use semantic HTTP status codes, such as 202 Accepted for long-running ingestion. The entire stack is containerised via Docker Compose, meaning you can spin up the lightweight database and API instantly, or scale up with Celery and local LLMs using profiles."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cfde0b041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cfde0b041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core service is an asynchronous FastAPI application exposing RESTful endpoints. We use semantic HTTP status codes, such as 202 Accepted for long-running ingestion. The entire stack is containerised via Docker Compose, meaning you can spin up the lightweight database and API instantly, or scale up with Celery and local LLMs using profiles."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cfcd64d2f4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cfcd64d2f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a repository is submitted, the ingestion pipeline clones it, filters out irrelevant files, and chunks the code into meaningful segments. These chunks are embedded and stored in PostgreSQL using the pgvector extension. This robust data model allows us to maintain relational links between a repository, its code chunks, and user questions while enabling lightning-fast similarity searches.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cfcd64d2f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3cfcd64d2f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a repository is submitted, the ingestion pipeline clones it, filters out irrelevant files, and chunks the code into meaningful segments. These chunks are embedded and stored in PostgreSQL using the pgvector extension. This robust data model allows us to maintain relational links between a repository, its code chunks, and user questions while enabling lightning-fast similarity searches.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cfcd64d2f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cfcd64d2f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a repository is submitted, the ingestion pipeline clones it, filters out irrelevant files, and chunks the code into meaningful segments. These chunks are embedded and stored in PostgreSQL using the pgvector extension. This robust data model allows us to maintain relational links between a repository, its code chunks, and user questions while enabling lightning-fast similarity searches.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cfcd64d2f4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cfcd64d2f4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a repository is submitted, the ingestion pipeline clones it, filters out irrelevant files, and chunks the code into meaningful segments. These chunks are embedded and stored in PostgreSQL using the pgvector extension. This robust data model allows us to maintain relational links between a repository, its code chunks, and user questions while enabling lightning-fast similarity searches.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8bd210beee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8bd210beee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115975" y="1999150"/>
            <a:ext cx="4384800" cy="1698900"/>
          </a:xfrm>
          <a:prstGeom prst="rect">
            <a:avLst/>
          </a:prstGeom>
          <a:noFill/>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3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1115975" y="3719650"/>
            <a:ext cx="4384800" cy="3789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7612300" y="-540750"/>
            <a:ext cx="1111343" cy="1111343"/>
            <a:chOff x="8307725" y="278700"/>
            <a:chExt cx="1111343" cy="1111343"/>
          </a:xfrm>
        </p:grpSpPr>
        <p:sp>
          <p:nvSpPr>
            <p:cNvPr id="12" name="Google Shape;12;p2"/>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8208698" y="2109319"/>
            <a:ext cx="1160062" cy="247278"/>
            <a:chOff x="8208698" y="2109319"/>
            <a:chExt cx="1160062" cy="247278"/>
          </a:xfrm>
        </p:grpSpPr>
        <p:sp>
          <p:nvSpPr>
            <p:cNvPr id="15" name="Google Shape;15;p2"/>
            <p:cNvSpPr/>
            <p:nvPr/>
          </p:nvSpPr>
          <p:spPr>
            <a:xfrm rot="5400000">
              <a:off x="8424637" y="1893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 name="Google Shape;17;p2"/>
          <p:cNvGrpSpPr/>
          <p:nvPr/>
        </p:nvGrpSpPr>
        <p:grpSpPr>
          <a:xfrm flipH="1" rot="5400000">
            <a:off x="6277862" y="5350755"/>
            <a:ext cx="4486819" cy="625122"/>
            <a:chOff x="-78438" y="4073905"/>
            <a:chExt cx="4486819" cy="625122"/>
          </a:xfrm>
        </p:grpSpPr>
        <p:cxnSp>
          <p:nvCxnSpPr>
            <p:cNvPr id="18" name="Google Shape;18;p2"/>
            <p:cNvCxnSpPr/>
            <p:nvPr/>
          </p:nvCxnSpPr>
          <p:spPr>
            <a:xfrm>
              <a:off x="1857762" y="2762827"/>
              <a:ext cx="0" cy="3872400"/>
            </a:xfrm>
            <a:prstGeom prst="straightConnector1">
              <a:avLst/>
            </a:prstGeom>
            <a:noFill/>
            <a:ln cap="flat" cmpd="sng" w="9525">
              <a:solidFill>
                <a:schemeClr val="accent1"/>
              </a:solidFill>
              <a:prstDash val="solid"/>
              <a:round/>
              <a:headEnd len="med" w="med" type="none"/>
              <a:tailEnd len="med" w="med" type="none"/>
            </a:ln>
          </p:spPr>
        </p:cxnSp>
        <p:cxnSp>
          <p:nvCxnSpPr>
            <p:cNvPr id="19" name="Google Shape;19;p2"/>
            <p:cNvCxnSpPr/>
            <p:nvPr/>
          </p:nvCxnSpPr>
          <p:spPr>
            <a:xfrm rot="-5400000">
              <a:off x="3788541" y="4241677"/>
              <a:ext cx="464100" cy="450600"/>
            </a:xfrm>
            <a:prstGeom prst="straightConnector1">
              <a:avLst/>
            </a:prstGeom>
            <a:noFill/>
            <a:ln cap="flat" cmpd="sng" w="9525">
              <a:solidFill>
                <a:schemeClr val="accent1"/>
              </a:solidFill>
              <a:prstDash val="solid"/>
              <a:round/>
              <a:headEnd len="med" w="med" type="none"/>
              <a:tailEnd len="med" w="med" type="none"/>
            </a:ln>
          </p:spPr>
        </p:cxnSp>
        <p:sp>
          <p:nvSpPr>
            <p:cNvPr id="20" name="Google Shape;20;p2"/>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 name="Google Shape;21;p2"/>
          <p:cNvGrpSpPr/>
          <p:nvPr/>
        </p:nvGrpSpPr>
        <p:grpSpPr>
          <a:xfrm rot="-5400000">
            <a:off x="8388339" y="1273396"/>
            <a:ext cx="493321" cy="357312"/>
            <a:chOff x="1722354" y="229144"/>
            <a:chExt cx="1748744" cy="1266614"/>
          </a:xfrm>
        </p:grpSpPr>
        <p:sp>
          <p:nvSpPr>
            <p:cNvPr id="22" name="Google Shape;22;p2"/>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3"/>
          <p:cNvSpPr txBox="1"/>
          <p:nvPr>
            <p:ph type="title"/>
          </p:nvPr>
        </p:nvSpPr>
        <p:spPr>
          <a:xfrm>
            <a:off x="1136800" y="2325725"/>
            <a:ext cx="3653400" cy="989400"/>
          </a:xfrm>
          <a:prstGeom prst="rect">
            <a:avLst/>
          </a:prstGeom>
          <a:noFill/>
        </p:spPr>
        <p:txBody>
          <a:bodyPr anchorCtr="0" anchor="ctr" bIns="91425" lIns="91425" spcFirstLastPara="1" rIns="91425" wrap="square" tIns="91425">
            <a:noAutofit/>
          </a:bodyPr>
          <a:lstStyle>
            <a:lvl1pPr lvl="0">
              <a:spcBef>
                <a:spcPts val="0"/>
              </a:spcBef>
              <a:spcAft>
                <a:spcPts val="0"/>
              </a:spcAft>
              <a:buSzPts val="3600"/>
              <a:buNone/>
              <a:defRPr sz="3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 name="Google Shape;26;p3"/>
          <p:cNvSpPr txBox="1"/>
          <p:nvPr>
            <p:ph hasCustomPrompt="1" idx="2" type="title"/>
          </p:nvPr>
        </p:nvSpPr>
        <p:spPr>
          <a:xfrm>
            <a:off x="4790350" y="2279800"/>
            <a:ext cx="1343100" cy="9894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900">
                <a:solidFill>
                  <a:schemeClr val="lt1"/>
                </a:solidFill>
                <a:latin typeface="Raleway ExtraBold"/>
                <a:ea typeface="Raleway ExtraBold"/>
                <a:cs typeface="Raleway ExtraBold"/>
                <a:sym typeface="Raleway ExtraBold"/>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27" name="Google Shape;27;p3"/>
          <p:cNvGrpSpPr/>
          <p:nvPr/>
        </p:nvGrpSpPr>
        <p:grpSpPr>
          <a:xfrm rot="-5400000">
            <a:off x="3860412" y="-1906049"/>
            <a:ext cx="3859204" cy="615399"/>
            <a:chOff x="-6675" y="307100"/>
            <a:chExt cx="9140700" cy="4634025"/>
          </a:xfrm>
        </p:grpSpPr>
        <p:cxnSp>
          <p:nvCxnSpPr>
            <p:cNvPr id="28" name="Google Shape;28;p3"/>
            <p:cNvCxnSpPr/>
            <p:nvPr/>
          </p:nvCxnSpPr>
          <p:spPr>
            <a:xfrm>
              <a:off x="-6675" y="30710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9" name="Google Shape;29;p3"/>
            <p:cNvCxnSpPr/>
            <p:nvPr/>
          </p:nvCxnSpPr>
          <p:spPr>
            <a:xfrm>
              <a:off x="-6675" y="133688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0" name="Google Shape;30;p3"/>
            <p:cNvCxnSpPr/>
            <p:nvPr/>
          </p:nvCxnSpPr>
          <p:spPr>
            <a:xfrm>
              <a:off x="-6675" y="82199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1" name="Google Shape;31;p3"/>
            <p:cNvCxnSpPr/>
            <p:nvPr/>
          </p:nvCxnSpPr>
          <p:spPr>
            <a:xfrm>
              <a:off x="-6675" y="1851775"/>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2" name="Google Shape;32;p3"/>
            <p:cNvCxnSpPr/>
            <p:nvPr/>
          </p:nvCxnSpPr>
          <p:spPr>
            <a:xfrm>
              <a:off x="-6675" y="2366667"/>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3" name="Google Shape;33;p3"/>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4" name="Google Shape;34;p3"/>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 name="Google Shape;35;p3"/>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6" name="Google Shape;36;p3"/>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7" name="Google Shape;37;p3"/>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nvGrpSpPr>
          <p:cNvPr id="38" name="Google Shape;38;p3"/>
          <p:cNvGrpSpPr/>
          <p:nvPr/>
        </p:nvGrpSpPr>
        <p:grpSpPr>
          <a:xfrm>
            <a:off x="-415272" y="538801"/>
            <a:ext cx="7636891" cy="5144942"/>
            <a:chOff x="-415272" y="538801"/>
            <a:chExt cx="7636891" cy="5144942"/>
          </a:xfrm>
        </p:grpSpPr>
        <p:grpSp>
          <p:nvGrpSpPr>
            <p:cNvPr id="39" name="Google Shape;39;p3"/>
            <p:cNvGrpSpPr/>
            <p:nvPr/>
          </p:nvGrpSpPr>
          <p:grpSpPr>
            <a:xfrm>
              <a:off x="6110275" y="4572400"/>
              <a:ext cx="1111343" cy="1111343"/>
              <a:chOff x="8307725" y="278700"/>
              <a:chExt cx="1111343" cy="1111343"/>
            </a:xfrm>
          </p:grpSpPr>
          <p:sp>
            <p:nvSpPr>
              <p:cNvPr id="40" name="Google Shape;40;p3"/>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 name="Google Shape;42;p3"/>
            <p:cNvGrpSpPr/>
            <p:nvPr/>
          </p:nvGrpSpPr>
          <p:grpSpPr>
            <a:xfrm>
              <a:off x="-415272" y="538801"/>
              <a:ext cx="2027056" cy="586283"/>
              <a:chOff x="-415272" y="538801"/>
              <a:chExt cx="2027056" cy="586283"/>
            </a:xfrm>
          </p:grpSpPr>
          <p:sp>
            <p:nvSpPr>
              <p:cNvPr id="43" name="Google Shape;43;p3"/>
              <p:cNvSpPr/>
              <p:nvPr/>
            </p:nvSpPr>
            <p:spPr>
              <a:xfrm rot="-5400000">
                <a:off x="1352729" y="32286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rot="-5400000">
                <a:off x="-39071" y="673783"/>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sp>
        <p:nvSpPr>
          <p:cNvPr id="46" name="Google Shape;46;p4"/>
          <p:cNvSpPr txBox="1"/>
          <p:nvPr>
            <p:ph type="title"/>
          </p:nvPr>
        </p:nvSpPr>
        <p:spPr>
          <a:xfrm>
            <a:off x="720000" y="445025"/>
            <a:ext cx="7704000" cy="5727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 name="Google Shape;47;p4"/>
          <p:cNvSpPr txBox="1"/>
          <p:nvPr>
            <p:ph idx="1" type="body"/>
          </p:nvPr>
        </p:nvSpPr>
        <p:spPr>
          <a:xfrm>
            <a:off x="720000" y="1056776"/>
            <a:ext cx="7704000" cy="4218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Char char="●"/>
              <a:defRPr/>
            </a:lvl1pPr>
            <a:lvl2pPr indent="-304800" lvl="1" marL="914400" rtl="0">
              <a:lnSpc>
                <a:spcPct val="100000"/>
              </a:lnSpc>
              <a:spcBef>
                <a:spcPts val="0"/>
              </a:spcBef>
              <a:spcAft>
                <a:spcPts val="0"/>
              </a:spcAft>
              <a:buSzPts val="1200"/>
              <a:buChar char="○"/>
              <a:defRPr/>
            </a:lvl2pPr>
            <a:lvl3pPr indent="-304800" lvl="2" marL="1371600" rtl="0">
              <a:lnSpc>
                <a:spcPct val="100000"/>
              </a:lnSpc>
              <a:spcBef>
                <a:spcPts val="0"/>
              </a:spcBef>
              <a:spcAft>
                <a:spcPts val="0"/>
              </a:spcAft>
              <a:buSzPts val="1200"/>
              <a:buChar char="■"/>
              <a:defRPr/>
            </a:lvl3pPr>
            <a:lvl4pPr indent="-304800" lvl="3" marL="1828800" rtl="0">
              <a:lnSpc>
                <a:spcPct val="100000"/>
              </a:lnSpc>
              <a:spcBef>
                <a:spcPts val="0"/>
              </a:spcBef>
              <a:spcAft>
                <a:spcPts val="0"/>
              </a:spcAft>
              <a:buSzPts val="1200"/>
              <a:buChar char="●"/>
              <a:defRPr/>
            </a:lvl4pPr>
            <a:lvl5pPr indent="-304800" lvl="4" marL="2286000" rtl="0">
              <a:lnSpc>
                <a:spcPct val="100000"/>
              </a:lnSpc>
              <a:spcBef>
                <a:spcPts val="0"/>
              </a:spcBef>
              <a:spcAft>
                <a:spcPts val="0"/>
              </a:spcAft>
              <a:buSzPts val="1200"/>
              <a:buChar char="○"/>
              <a:defRPr/>
            </a:lvl5pPr>
            <a:lvl6pPr indent="-304800" lvl="5" marL="2743200" rtl="0">
              <a:lnSpc>
                <a:spcPct val="100000"/>
              </a:lnSpc>
              <a:spcBef>
                <a:spcPts val="0"/>
              </a:spcBef>
              <a:spcAft>
                <a:spcPts val="0"/>
              </a:spcAft>
              <a:buSzPts val="1200"/>
              <a:buChar char="■"/>
              <a:defRPr/>
            </a:lvl6pPr>
            <a:lvl7pPr indent="-304800" lvl="6" marL="3200400" rtl="0">
              <a:lnSpc>
                <a:spcPct val="100000"/>
              </a:lnSpc>
              <a:spcBef>
                <a:spcPts val="0"/>
              </a:spcBef>
              <a:spcAft>
                <a:spcPts val="0"/>
              </a:spcAft>
              <a:buSzPts val="1200"/>
              <a:buChar char="●"/>
              <a:defRPr/>
            </a:lvl7pPr>
            <a:lvl8pPr indent="-304800" lvl="7" marL="3657600" rtl="0">
              <a:lnSpc>
                <a:spcPct val="100000"/>
              </a:lnSpc>
              <a:spcBef>
                <a:spcPts val="0"/>
              </a:spcBef>
              <a:spcAft>
                <a:spcPts val="0"/>
              </a:spcAft>
              <a:buSzPts val="1200"/>
              <a:buChar char="○"/>
              <a:defRPr/>
            </a:lvl8pPr>
            <a:lvl9pPr indent="-304800" lvl="8" marL="4114800" rtl="0">
              <a:lnSpc>
                <a:spcPct val="100000"/>
              </a:lnSpc>
              <a:spcBef>
                <a:spcPts val="0"/>
              </a:spcBef>
              <a:spcAft>
                <a:spcPts val="0"/>
              </a:spcAft>
              <a:buSzPts val="1200"/>
              <a:buChar char="■"/>
              <a:defRPr/>
            </a:lvl9pPr>
          </a:lstStyle>
          <a:p/>
        </p:txBody>
      </p:sp>
      <p:grpSp>
        <p:nvGrpSpPr>
          <p:cNvPr id="48" name="Google Shape;48;p4"/>
          <p:cNvGrpSpPr/>
          <p:nvPr/>
        </p:nvGrpSpPr>
        <p:grpSpPr>
          <a:xfrm>
            <a:off x="188277" y="1651177"/>
            <a:ext cx="8669316" cy="2098194"/>
            <a:chOff x="188277" y="1651177"/>
            <a:chExt cx="8669316" cy="2098194"/>
          </a:xfrm>
        </p:grpSpPr>
        <p:sp>
          <p:nvSpPr>
            <p:cNvPr id="49" name="Google Shape;49;p4"/>
            <p:cNvSpPr/>
            <p:nvPr/>
          </p:nvSpPr>
          <p:spPr>
            <a:xfrm rot="10800000">
              <a:off x="8650702" y="1651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10800000">
              <a:off x="8814477"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 name="Google Shape;51;p4"/>
            <p:cNvGrpSpPr/>
            <p:nvPr/>
          </p:nvGrpSpPr>
          <p:grpSpPr>
            <a:xfrm>
              <a:off x="188277" y="2983227"/>
              <a:ext cx="206891" cy="766144"/>
              <a:chOff x="8650702" y="3525402"/>
              <a:chExt cx="206891" cy="766144"/>
            </a:xfrm>
          </p:grpSpPr>
          <p:sp>
            <p:nvSpPr>
              <p:cNvPr id="52" name="Google Shape;52;p4"/>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 name="Google Shape;54;p4"/>
          <p:cNvGrpSpPr/>
          <p:nvPr/>
        </p:nvGrpSpPr>
        <p:grpSpPr>
          <a:xfrm>
            <a:off x="-1181862" y="-331600"/>
            <a:ext cx="11020270" cy="5673388"/>
            <a:chOff x="-1181862" y="-331600"/>
            <a:chExt cx="11020270" cy="5673388"/>
          </a:xfrm>
        </p:grpSpPr>
        <p:grpSp>
          <p:nvGrpSpPr>
            <p:cNvPr id="55" name="Google Shape;55;p4"/>
            <p:cNvGrpSpPr/>
            <p:nvPr/>
          </p:nvGrpSpPr>
          <p:grpSpPr>
            <a:xfrm>
              <a:off x="8873150" y="1130915"/>
              <a:ext cx="965258" cy="273510"/>
              <a:chOff x="-6675" y="2881558"/>
              <a:chExt cx="9140700" cy="2059567"/>
            </a:xfrm>
          </p:grpSpPr>
          <p:cxnSp>
            <p:nvCxnSpPr>
              <p:cNvPr id="56" name="Google Shape;56;p4"/>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7" name="Google Shape;57;p4"/>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8" name="Google Shape;58;p4"/>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9" name="Google Shape;59;p4"/>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0" name="Google Shape;60;p4"/>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61" name="Google Shape;61;p4"/>
            <p:cNvSpPr/>
            <p:nvPr/>
          </p:nvSpPr>
          <p:spPr>
            <a:xfrm>
              <a:off x="8095400" y="-331600"/>
              <a:ext cx="1470082" cy="2332467"/>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med" w="med" type="none"/>
              <a:tailEnd len="med" w="med" type="none"/>
            </a:ln>
          </p:spPr>
        </p:sp>
        <p:grpSp>
          <p:nvGrpSpPr>
            <p:cNvPr id="62" name="Google Shape;62;p4"/>
            <p:cNvGrpSpPr/>
            <p:nvPr/>
          </p:nvGrpSpPr>
          <p:grpSpPr>
            <a:xfrm flipH="1" rot="10800000">
              <a:off x="8650689" y="182196"/>
              <a:ext cx="493321" cy="357312"/>
              <a:chOff x="1722354" y="229144"/>
              <a:chExt cx="1748744" cy="1266614"/>
            </a:xfrm>
          </p:grpSpPr>
          <p:sp>
            <p:nvSpPr>
              <p:cNvPr id="63" name="Google Shape;63;p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 name="Google Shape;65;p4"/>
            <p:cNvSpPr/>
            <p:nvPr/>
          </p:nvSpPr>
          <p:spPr>
            <a:xfrm rot="5400000">
              <a:off x="-191675" y="3481200"/>
              <a:ext cx="870400" cy="285077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med" w="med" type="none"/>
              <a:tailEnd len="med" w="med" type="none"/>
            </a:ln>
          </p:spPr>
        </p:sp>
        <p:grpSp>
          <p:nvGrpSpPr>
            <p:cNvPr id="66" name="Google Shape;66;p4"/>
            <p:cNvGrpSpPr/>
            <p:nvPr/>
          </p:nvGrpSpPr>
          <p:grpSpPr>
            <a:xfrm flipH="1" rot="-5400000">
              <a:off x="159064" y="4046096"/>
              <a:ext cx="493321" cy="357312"/>
              <a:chOff x="1722354" y="229144"/>
              <a:chExt cx="1748744" cy="1266614"/>
            </a:xfrm>
          </p:grpSpPr>
          <p:sp>
            <p:nvSpPr>
              <p:cNvPr id="67" name="Google Shape;67;p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 name="Google Shape;69;p4"/>
            <p:cNvGrpSpPr/>
            <p:nvPr/>
          </p:nvGrpSpPr>
          <p:grpSpPr>
            <a:xfrm>
              <a:off x="-776975" y="4800515"/>
              <a:ext cx="965258" cy="273510"/>
              <a:chOff x="-6675" y="2881558"/>
              <a:chExt cx="9140700" cy="2059567"/>
            </a:xfrm>
          </p:grpSpPr>
          <p:cxnSp>
            <p:nvCxnSpPr>
              <p:cNvPr id="70" name="Google Shape;70;p4"/>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71" name="Google Shape;71;p4"/>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72" name="Google Shape;72;p4"/>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73" name="Google Shape;73;p4"/>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74" name="Google Shape;74;p4"/>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75" name="Google Shape;75;p4"/>
          <p:cNvGrpSpPr/>
          <p:nvPr/>
        </p:nvGrpSpPr>
        <p:grpSpPr>
          <a:xfrm>
            <a:off x="-142612" y="-168664"/>
            <a:ext cx="7919030" cy="2888968"/>
            <a:chOff x="-142612" y="-168664"/>
            <a:chExt cx="7919030" cy="2888968"/>
          </a:xfrm>
        </p:grpSpPr>
        <p:sp>
          <p:nvSpPr>
            <p:cNvPr id="76" name="Google Shape;76;p4"/>
            <p:cNvSpPr/>
            <p:nvPr/>
          </p:nvSpPr>
          <p:spPr>
            <a:xfrm rot="10800000">
              <a:off x="7736362" y="-16866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rot="5400000">
              <a:off x="57800" y="24798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4"/>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9" name="Shape 79"/>
        <p:cNvGrpSpPr/>
        <p:nvPr/>
      </p:nvGrpSpPr>
      <p:grpSpPr>
        <a:xfrm>
          <a:off x="0" y="0"/>
          <a:ext cx="0" cy="0"/>
          <a:chOff x="0" y="0"/>
          <a:chExt cx="0" cy="0"/>
        </a:xfrm>
      </p:grpSpPr>
      <p:sp>
        <p:nvSpPr>
          <p:cNvPr id="80" name="Google Shape;80;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81" name="Google Shape;81;p5"/>
          <p:cNvSpPr txBox="1"/>
          <p:nvPr>
            <p:ph idx="1" type="subTitle"/>
          </p:nvPr>
        </p:nvSpPr>
        <p:spPr>
          <a:xfrm>
            <a:off x="4861824" y="2438075"/>
            <a:ext cx="2610900" cy="146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2" name="Google Shape;82;p5"/>
          <p:cNvSpPr txBox="1"/>
          <p:nvPr>
            <p:ph idx="2" type="subTitle"/>
          </p:nvPr>
        </p:nvSpPr>
        <p:spPr>
          <a:xfrm>
            <a:off x="1671269" y="2438075"/>
            <a:ext cx="2610900" cy="146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3" name="Google Shape;83;p5"/>
          <p:cNvSpPr txBox="1"/>
          <p:nvPr>
            <p:ph idx="3" type="subTitle"/>
          </p:nvPr>
        </p:nvSpPr>
        <p:spPr>
          <a:xfrm>
            <a:off x="1671269" y="2041650"/>
            <a:ext cx="2610900" cy="483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84" name="Google Shape;84;p5"/>
          <p:cNvSpPr txBox="1"/>
          <p:nvPr>
            <p:ph idx="4" type="subTitle"/>
          </p:nvPr>
        </p:nvSpPr>
        <p:spPr>
          <a:xfrm>
            <a:off x="4861831" y="2041650"/>
            <a:ext cx="2610900" cy="483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85" name="Google Shape;85;p5"/>
          <p:cNvGrpSpPr/>
          <p:nvPr/>
        </p:nvGrpSpPr>
        <p:grpSpPr>
          <a:xfrm>
            <a:off x="188277" y="2438079"/>
            <a:ext cx="8669349" cy="1311292"/>
            <a:chOff x="188277" y="2438079"/>
            <a:chExt cx="8669349" cy="1311292"/>
          </a:xfrm>
        </p:grpSpPr>
        <p:sp>
          <p:nvSpPr>
            <p:cNvPr id="86" name="Google Shape;86;p5"/>
            <p:cNvSpPr/>
            <p:nvPr/>
          </p:nvSpPr>
          <p:spPr>
            <a:xfrm rot="10800000">
              <a:off x="8615635" y="29832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rot="10800000">
              <a:off x="8814510" y="24380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5"/>
            <p:cNvGrpSpPr/>
            <p:nvPr/>
          </p:nvGrpSpPr>
          <p:grpSpPr>
            <a:xfrm>
              <a:off x="188277" y="2983227"/>
              <a:ext cx="206891" cy="766144"/>
              <a:chOff x="8650702" y="3525402"/>
              <a:chExt cx="206891" cy="766144"/>
            </a:xfrm>
          </p:grpSpPr>
          <p:sp>
            <p:nvSpPr>
              <p:cNvPr id="89" name="Google Shape;89;p5"/>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1" name="Google Shape;91;p5"/>
          <p:cNvGrpSpPr/>
          <p:nvPr/>
        </p:nvGrpSpPr>
        <p:grpSpPr>
          <a:xfrm>
            <a:off x="-2835749" y="5"/>
            <a:ext cx="12294866" cy="7634520"/>
            <a:chOff x="-2835749" y="5"/>
            <a:chExt cx="12294866" cy="7634520"/>
          </a:xfrm>
        </p:grpSpPr>
        <p:sp>
          <p:nvSpPr>
            <p:cNvPr id="92" name="Google Shape;92;p5"/>
            <p:cNvSpPr/>
            <p:nvPr/>
          </p:nvSpPr>
          <p:spPr>
            <a:xfrm flipH="1">
              <a:off x="-2835749" y="5"/>
              <a:ext cx="3174344" cy="5036488"/>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med" w="med" type="none"/>
              <a:tailEnd len="med" w="med" type="none"/>
            </a:ln>
          </p:spPr>
        </p:sp>
        <p:grpSp>
          <p:nvGrpSpPr>
            <p:cNvPr id="93" name="Google Shape;93;p5"/>
            <p:cNvGrpSpPr/>
            <p:nvPr/>
          </p:nvGrpSpPr>
          <p:grpSpPr>
            <a:xfrm rot="10800000">
              <a:off x="29436" y="1468071"/>
              <a:ext cx="493321" cy="357312"/>
              <a:chOff x="2199401" y="229144"/>
              <a:chExt cx="1748744" cy="1266614"/>
            </a:xfrm>
          </p:grpSpPr>
          <p:sp>
            <p:nvSpPr>
              <p:cNvPr id="94" name="Google Shape;94;p5"/>
              <p:cNvSpPr/>
              <p:nvPr/>
            </p:nvSpPr>
            <p:spPr>
              <a:xfrm rot="10800000">
                <a:off x="2716154"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rot="10800000">
                <a:off x="2199401"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5"/>
            <p:cNvSpPr/>
            <p:nvPr/>
          </p:nvSpPr>
          <p:spPr>
            <a:xfrm>
              <a:off x="8212964" y="3553070"/>
              <a:ext cx="1246152" cy="408145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med" w="med" type="none"/>
              <a:tailEnd len="med" w="med" type="none"/>
            </a:ln>
          </p:spPr>
        </p:sp>
        <p:grpSp>
          <p:nvGrpSpPr>
            <p:cNvPr id="97" name="Google Shape;97;p5"/>
            <p:cNvGrpSpPr/>
            <p:nvPr/>
          </p:nvGrpSpPr>
          <p:grpSpPr>
            <a:xfrm flipH="1">
              <a:off x="8212963" y="4702315"/>
              <a:ext cx="965258" cy="273510"/>
              <a:chOff x="-6675" y="2881558"/>
              <a:chExt cx="9140700" cy="2059567"/>
            </a:xfrm>
          </p:grpSpPr>
          <p:cxnSp>
            <p:nvCxnSpPr>
              <p:cNvPr id="98" name="Google Shape;98;p5"/>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99" name="Google Shape;99;p5"/>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00" name="Google Shape;100;p5"/>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01" name="Google Shape;101;p5"/>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02" name="Google Shape;102;p5"/>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103" name="Google Shape;103;p5"/>
          <p:cNvGrpSpPr/>
          <p:nvPr/>
        </p:nvGrpSpPr>
        <p:grpSpPr>
          <a:xfrm>
            <a:off x="342875" y="2524661"/>
            <a:ext cx="8713622" cy="1947138"/>
            <a:chOff x="342875" y="2524661"/>
            <a:chExt cx="8713622" cy="1947138"/>
          </a:xfrm>
        </p:grpSpPr>
        <p:sp>
          <p:nvSpPr>
            <p:cNvPr id="104" name="Google Shape;104;p5"/>
            <p:cNvSpPr/>
            <p:nvPr/>
          </p:nvSpPr>
          <p:spPr>
            <a:xfrm rot="5400000">
              <a:off x="8816029" y="423133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rot="10800000">
              <a:off x="342875" y="25246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 name="Google Shape;106;p5"/>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 name="Shape 107"/>
        <p:cNvGrpSpPr/>
        <p:nvPr/>
      </p:nvGrpSpPr>
      <p:grpSpPr>
        <a:xfrm>
          <a:off x="0" y="0"/>
          <a:ext cx="0" cy="0"/>
          <a:chOff x="0" y="0"/>
          <a:chExt cx="0" cy="0"/>
        </a:xfrm>
      </p:grpSpPr>
      <p:sp>
        <p:nvSpPr>
          <p:cNvPr id="108" name="Google Shape;108;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9" name="Google Shape;109;p6"/>
          <p:cNvGrpSpPr/>
          <p:nvPr/>
        </p:nvGrpSpPr>
        <p:grpSpPr>
          <a:xfrm>
            <a:off x="713236" y="-1192757"/>
            <a:ext cx="8217269" cy="9624966"/>
            <a:chOff x="713236" y="-1192757"/>
            <a:chExt cx="8217269" cy="9624966"/>
          </a:xfrm>
        </p:grpSpPr>
        <p:grpSp>
          <p:nvGrpSpPr>
            <p:cNvPr id="110" name="Google Shape;110;p6"/>
            <p:cNvGrpSpPr/>
            <p:nvPr/>
          </p:nvGrpSpPr>
          <p:grpSpPr>
            <a:xfrm flipH="1" rot="5400000">
              <a:off x="-917001" y="6234248"/>
              <a:ext cx="3828199" cy="567724"/>
              <a:chOff x="-1181972" y="3591337"/>
              <a:chExt cx="3497989" cy="518706"/>
            </a:xfrm>
          </p:grpSpPr>
          <p:cxnSp>
            <p:nvCxnSpPr>
              <p:cNvPr id="111" name="Google Shape;111;p6"/>
              <p:cNvCxnSpPr/>
              <p:nvPr/>
            </p:nvCxnSpPr>
            <p:spPr>
              <a:xfrm>
                <a:off x="308728" y="2619343"/>
                <a:ext cx="0" cy="2981400"/>
              </a:xfrm>
              <a:prstGeom prst="straightConnector1">
                <a:avLst/>
              </a:prstGeom>
              <a:noFill/>
              <a:ln cap="flat" cmpd="sng" w="9525">
                <a:solidFill>
                  <a:schemeClr val="accent1"/>
                </a:solidFill>
                <a:prstDash val="solid"/>
                <a:round/>
                <a:headEnd len="med" w="med" type="none"/>
                <a:tailEnd len="med" w="med" type="none"/>
              </a:ln>
            </p:spPr>
          </p:cxnSp>
          <p:cxnSp>
            <p:nvCxnSpPr>
              <p:cNvPr id="112" name="Google Shape;112;p6"/>
              <p:cNvCxnSpPr/>
              <p:nvPr/>
            </p:nvCxnSpPr>
            <p:spPr>
              <a:xfrm rot="-5400000">
                <a:off x="1795201" y="3757993"/>
                <a:ext cx="357300" cy="346800"/>
              </a:xfrm>
              <a:prstGeom prst="straightConnector1">
                <a:avLst/>
              </a:prstGeom>
              <a:noFill/>
              <a:ln cap="flat" cmpd="sng" w="9525">
                <a:solidFill>
                  <a:schemeClr val="accent1"/>
                </a:solidFill>
                <a:prstDash val="solid"/>
                <a:round/>
                <a:headEnd len="med" w="med" type="none"/>
                <a:tailEnd len="med" w="med" type="none"/>
              </a:ln>
            </p:spPr>
          </p:cxnSp>
          <p:sp>
            <p:nvSpPr>
              <p:cNvPr id="113" name="Google Shape;113;p6"/>
              <p:cNvSpPr/>
              <p:nvPr/>
            </p:nvSpPr>
            <p:spPr>
              <a:xfrm>
                <a:off x="2122592" y="3591337"/>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 name="Google Shape;114;p6"/>
            <p:cNvGrpSpPr/>
            <p:nvPr/>
          </p:nvGrpSpPr>
          <p:grpSpPr>
            <a:xfrm>
              <a:off x="6549025" y="-95200"/>
              <a:ext cx="2381480" cy="750487"/>
              <a:chOff x="6549025" y="-95200"/>
              <a:chExt cx="2381480" cy="750487"/>
            </a:xfrm>
          </p:grpSpPr>
          <p:grpSp>
            <p:nvGrpSpPr>
              <p:cNvPr id="115" name="Google Shape;115;p6"/>
              <p:cNvGrpSpPr/>
              <p:nvPr/>
            </p:nvGrpSpPr>
            <p:grpSpPr>
              <a:xfrm rot="-5400000">
                <a:off x="8505189" y="229971"/>
                <a:ext cx="493321" cy="357312"/>
                <a:chOff x="1722354" y="229144"/>
                <a:chExt cx="1748744" cy="1266614"/>
              </a:xfrm>
            </p:grpSpPr>
            <p:sp>
              <p:nvSpPr>
                <p:cNvPr id="116" name="Google Shape;116;p6"/>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 name="Google Shape;118;p6"/>
              <p:cNvSpPr/>
              <p:nvPr/>
            </p:nvSpPr>
            <p:spPr>
              <a:xfrm>
                <a:off x="6549025" y="-95200"/>
                <a:ext cx="2381475" cy="429625"/>
              </a:xfrm>
              <a:custGeom>
                <a:rect b="b" l="l" r="r" t="t"/>
                <a:pathLst>
                  <a:path extrusionOk="0" h="17185" w="95259">
                    <a:moveTo>
                      <a:pt x="0" y="2455"/>
                    </a:moveTo>
                    <a:lnTo>
                      <a:pt x="14731" y="17185"/>
                    </a:lnTo>
                    <a:lnTo>
                      <a:pt x="65552" y="17185"/>
                    </a:lnTo>
                    <a:lnTo>
                      <a:pt x="72303" y="10434"/>
                    </a:lnTo>
                    <a:lnTo>
                      <a:pt x="95259" y="10434"/>
                    </a:lnTo>
                    <a:lnTo>
                      <a:pt x="95259" y="0"/>
                    </a:lnTo>
                  </a:path>
                </a:pathLst>
              </a:custGeom>
              <a:noFill/>
              <a:ln cap="flat" cmpd="sng" w="9525">
                <a:solidFill>
                  <a:schemeClr val="accent1"/>
                </a:solidFill>
                <a:prstDash val="solid"/>
                <a:round/>
                <a:headEnd len="med" w="med" type="none"/>
                <a:tailEnd len="med" w="med" type="none"/>
              </a:ln>
            </p:spPr>
          </p:sp>
        </p:grpSp>
        <p:grpSp>
          <p:nvGrpSpPr>
            <p:cNvPr id="119" name="Google Shape;119;p6"/>
            <p:cNvGrpSpPr/>
            <p:nvPr/>
          </p:nvGrpSpPr>
          <p:grpSpPr>
            <a:xfrm rot="5400000">
              <a:off x="6896426" y="-564435"/>
              <a:ext cx="1530153" cy="273510"/>
              <a:chOff x="-6675" y="2881558"/>
              <a:chExt cx="9140700" cy="2059567"/>
            </a:xfrm>
          </p:grpSpPr>
          <p:cxnSp>
            <p:nvCxnSpPr>
              <p:cNvPr id="120" name="Google Shape;120;p6"/>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21" name="Google Shape;121;p6"/>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22" name="Google Shape;122;p6"/>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23" name="Google Shape;123;p6"/>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24" name="Google Shape;124;p6"/>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125" name="Google Shape;125;p6"/>
          <p:cNvGrpSpPr/>
          <p:nvPr/>
        </p:nvGrpSpPr>
        <p:grpSpPr>
          <a:xfrm>
            <a:off x="302564" y="1262596"/>
            <a:ext cx="9110252" cy="3563617"/>
            <a:chOff x="302564" y="1262596"/>
            <a:chExt cx="9110252" cy="3563617"/>
          </a:xfrm>
        </p:grpSpPr>
        <p:grpSp>
          <p:nvGrpSpPr>
            <p:cNvPr id="126" name="Google Shape;126;p6"/>
            <p:cNvGrpSpPr/>
            <p:nvPr/>
          </p:nvGrpSpPr>
          <p:grpSpPr>
            <a:xfrm rot="5400000">
              <a:off x="-153827" y="4122544"/>
              <a:ext cx="1160062" cy="247278"/>
              <a:chOff x="8000023" y="2164544"/>
              <a:chExt cx="1160062" cy="247278"/>
            </a:xfrm>
          </p:grpSpPr>
          <p:sp>
            <p:nvSpPr>
              <p:cNvPr id="127" name="Google Shape;127;p6"/>
              <p:cNvSpPr/>
              <p:nvPr/>
            </p:nvSpPr>
            <p:spPr>
              <a:xfrm rot="5400000">
                <a:off x="8215962" y="19486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rot="-5400000">
                <a:off x="8708783" y="19605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 name="Google Shape;129;p6"/>
            <p:cNvGrpSpPr/>
            <p:nvPr/>
          </p:nvGrpSpPr>
          <p:grpSpPr>
            <a:xfrm>
              <a:off x="8578108" y="1262596"/>
              <a:ext cx="834709" cy="226938"/>
              <a:chOff x="8541258" y="2281496"/>
              <a:chExt cx="834709" cy="226938"/>
            </a:xfrm>
          </p:grpSpPr>
          <p:sp>
            <p:nvSpPr>
              <p:cNvPr id="130" name="Google Shape;130;p6"/>
              <p:cNvSpPr/>
              <p:nvPr/>
            </p:nvSpPr>
            <p:spPr>
              <a:xfrm rot="5400000">
                <a:off x="9116912" y="2249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2" name="Google Shape;132;p6"/>
          <p:cNvGrpSpPr/>
          <p:nvPr/>
        </p:nvGrpSpPr>
        <p:grpSpPr>
          <a:xfrm>
            <a:off x="597187" y="977673"/>
            <a:ext cx="8723593" cy="3964768"/>
            <a:chOff x="597187" y="977673"/>
            <a:chExt cx="8723593" cy="3964768"/>
          </a:xfrm>
        </p:grpSpPr>
        <p:sp>
          <p:nvSpPr>
            <p:cNvPr id="133" name="Google Shape;133;p6"/>
            <p:cNvSpPr/>
            <p:nvPr/>
          </p:nvSpPr>
          <p:spPr>
            <a:xfrm rot="5400000">
              <a:off x="9080312" y="7772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rot="10800000">
              <a:off x="597187" y="45015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 name="Google Shape;135;p6"/>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6" name="Shape 136"/>
        <p:cNvGrpSpPr/>
        <p:nvPr/>
      </p:nvGrpSpPr>
      <p:grpSpPr>
        <a:xfrm>
          <a:off x="0" y="0"/>
          <a:ext cx="0" cy="0"/>
          <a:chOff x="0" y="0"/>
          <a:chExt cx="0" cy="0"/>
        </a:xfrm>
      </p:grpSpPr>
      <p:sp>
        <p:nvSpPr>
          <p:cNvPr id="137" name="Google Shape;137;p7"/>
          <p:cNvSpPr txBox="1"/>
          <p:nvPr>
            <p:ph type="title"/>
          </p:nvPr>
        </p:nvSpPr>
        <p:spPr>
          <a:xfrm>
            <a:off x="1782650" y="711700"/>
            <a:ext cx="2893200" cy="9045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8" name="Google Shape;138;p7"/>
          <p:cNvSpPr txBox="1"/>
          <p:nvPr>
            <p:ph idx="1" type="subTitle"/>
          </p:nvPr>
        </p:nvSpPr>
        <p:spPr>
          <a:xfrm>
            <a:off x="1782650" y="1616297"/>
            <a:ext cx="2893200" cy="281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200"/>
              <a:buChar char="●"/>
              <a:defRPr/>
            </a:lvl1pPr>
            <a:lvl2pPr lvl="1" rtl="0" algn="ctr">
              <a:lnSpc>
                <a:spcPct val="100000"/>
              </a:lnSpc>
              <a:spcBef>
                <a:spcPts val="0"/>
              </a:spcBef>
              <a:spcAft>
                <a:spcPts val="0"/>
              </a:spcAft>
              <a:buClr>
                <a:srgbClr val="E76A28"/>
              </a:buClr>
              <a:buSzPts val="1200"/>
              <a:buFont typeface="Nunito Light"/>
              <a:buChar char="○"/>
              <a:defRPr/>
            </a:lvl2pPr>
            <a:lvl3pPr lvl="2" rtl="0" algn="ctr">
              <a:lnSpc>
                <a:spcPct val="100000"/>
              </a:lnSpc>
              <a:spcBef>
                <a:spcPts val="0"/>
              </a:spcBef>
              <a:spcAft>
                <a:spcPts val="0"/>
              </a:spcAft>
              <a:buClr>
                <a:srgbClr val="E76A28"/>
              </a:buClr>
              <a:buSzPts val="1200"/>
              <a:buFont typeface="Nunito Light"/>
              <a:buChar char="■"/>
              <a:defRPr/>
            </a:lvl3pPr>
            <a:lvl4pPr lvl="3" rtl="0" algn="ctr">
              <a:lnSpc>
                <a:spcPct val="100000"/>
              </a:lnSpc>
              <a:spcBef>
                <a:spcPts val="0"/>
              </a:spcBef>
              <a:spcAft>
                <a:spcPts val="0"/>
              </a:spcAft>
              <a:buClr>
                <a:srgbClr val="E76A28"/>
              </a:buClr>
              <a:buSzPts val="1200"/>
              <a:buFont typeface="Nunito Light"/>
              <a:buChar char="●"/>
              <a:defRPr/>
            </a:lvl4pPr>
            <a:lvl5pPr lvl="4" rtl="0" algn="ctr">
              <a:lnSpc>
                <a:spcPct val="100000"/>
              </a:lnSpc>
              <a:spcBef>
                <a:spcPts val="0"/>
              </a:spcBef>
              <a:spcAft>
                <a:spcPts val="0"/>
              </a:spcAft>
              <a:buClr>
                <a:srgbClr val="E76A28"/>
              </a:buClr>
              <a:buSzPts val="1200"/>
              <a:buFont typeface="Nunito Light"/>
              <a:buChar char="○"/>
              <a:defRPr/>
            </a:lvl5pPr>
            <a:lvl6pPr lvl="5" rtl="0" algn="ctr">
              <a:lnSpc>
                <a:spcPct val="100000"/>
              </a:lnSpc>
              <a:spcBef>
                <a:spcPts val="0"/>
              </a:spcBef>
              <a:spcAft>
                <a:spcPts val="0"/>
              </a:spcAft>
              <a:buClr>
                <a:srgbClr val="999999"/>
              </a:buClr>
              <a:buSzPts val="1200"/>
              <a:buFont typeface="Nunito Light"/>
              <a:buChar char="■"/>
              <a:defRPr/>
            </a:lvl6pPr>
            <a:lvl7pPr lvl="6" rtl="0" algn="ctr">
              <a:lnSpc>
                <a:spcPct val="100000"/>
              </a:lnSpc>
              <a:spcBef>
                <a:spcPts val="0"/>
              </a:spcBef>
              <a:spcAft>
                <a:spcPts val="0"/>
              </a:spcAft>
              <a:buClr>
                <a:srgbClr val="999999"/>
              </a:buClr>
              <a:buSzPts val="1200"/>
              <a:buFont typeface="Nunito Light"/>
              <a:buChar char="●"/>
              <a:defRPr/>
            </a:lvl7pPr>
            <a:lvl8pPr lvl="7" rtl="0" algn="ctr">
              <a:lnSpc>
                <a:spcPct val="100000"/>
              </a:lnSpc>
              <a:spcBef>
                <a:spcPts val="0"/>
              </a:spcBef>
              <a:spcAft>
                <a:spcPts val="0"/>
              </a:spcAft>
              <a:buClr>
                <a:srgbClr val="999999"/>
              </a:buClr>
              <a:buSzPts val="1200"/>
              <a:buFont typeface="Nunito Light"/>
              <a:buChar char="○"/>
              <a:defRPr/>
            </a:lvl8pPr>
            <a:lvl9pPr lvl="8" rtl="0" algn="ctr">
              <a:lnSpc>
                <a:spcPct val="100000"/>
              </a:lnSpc>
              <a:spcBef>
                <a:spcPts val="0"/>
              </a:spcBef>
              <a:spcAft>
                <a:spcPts val="0"/>
              </a:spcAft>
              <a:buClr>
                <a:srgbClr val="999999"/>
              </a:buClr>
              <a:buSzPts val="1200"/>
              <a:buFont typeface="Nunito Light"/>
              <a:buChar char="■"/>
              <a:defRPr/>
            </a:lvl9pPr>
          </a:lstStyle>
          <a:p/>
        </p:txBody>
      </p:sp>
      <p:sp>
        <p:nvSpPr>
          <p:cNvPr id="139" name="Google Shape;139;p7"/>
          <p:cNvSpPr/>
          <p:nvPr>
            <p:ph idx="2" type="pic"/>
          </p:nvPr>
        </p:nvSpPr>
        <p:spPr>
          <a:xfrm>
            <a:off x="4752038" y="824113"/>
            <a:ext cx="2787000" cy="3558300"/>
          </a:xfrm>
          <a:prstGeom prst="rect">
            <a:avLst/>
          </a:prstGeom>
          <a:noFill/>
          <a:ln>
            <a:noFill/>
          </a:ln>
        </p:spPr>
      </p:sp>
      <p:grpSp>
        <p:nvGrpSpPr>
          <p:cNvPr id="140" name="Google Shape;140;p7"/>
          <p:cNvGrpSpPr/>
          <p:nvPr/>
        </p:nvGrpSpPr>
        <p:grpSpPr>
          <a:xfrm>
            <a:off x="260189" y="195827"/>
            <a:ext cx="7049955" cy="4729917"/>
            <a:chOff x="260189" y="195827"/>
            <a:chExt cx="7049955" cy="4729917"/>
          </a:xfrm>
        </p:grpSpPr>
        <p:grpSp>
          <p:nvGrpSpPr>
            <p:cNvPr id="141" name="Google Shape;141;p7"/>
            <p:cNvGrpSpPr/>
            <p:nvPr/>
          </p:nvGrpSpPr>
          <p:grpSpPr>
            <a:xfrm rot="-5400000">
              <a:off x="6786639" y="4402239"/>
              <a:ext cx="177741" cy="869269"/>
              <a:chOff x="8535452" y="1548052"/>
              <a:chExt cx="177741" cy="869269"/>
            </a:xfrm>
          </p:grpSpPr>
          <p:sp>
            <p:nvSpPr>
              <p:cNvPr id="142" name="Google Shape;142;p7"/>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rot="10800000">
                <a:off x="8535452"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 name="Google Shape;144;p7"/>
            <p:cNvGrpSpPr/>
            <p:nvPr/>
          </p:nvGrpSpPr>
          <p:grpSpPr>
            <a:xfrm rot="10800000">
              <a:off x="260189" y="195827"/>
              <a:ext cx="177741" cy="687344"/>
              <a:chOff x="8535452" y="1335702"/>
              <a:chExt cx="177741" cy="687344"/>
            </a:xfrm>
          </p:grpSpPr>
          <p:sp>
            <p:nvSpPr>
              <p:cNvPr id="145" name="Google Shape;145;p7"/>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p:nvPr/>
            </p:nvSpPr>
            <p:spPr>
              <a:xfrm rot="10800000">
                <a:off x="8535452" y="13357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7" name="Google Shape;147;p7"/>
          <p:cNvGrpSpPr/>
          <p:nvPr/>
        </p:nvGrpSpPr>
        <p:grpSpPr>
          <a:xfrm>
            <a:off x="-867949" y="-315450"/>
            <a:ext cx="10098949" cy="5241212"/>
            <a:chOff x="-867949" y="-315450"/>
            <a:chExt cx="10098949" cy="5241212"/>
          </a:xfrm>
        </p:grpSpPr>
        <p:sp>
          <p:nvSpPr>
            <p:cNvPr id="148" name="Google Shape;148;p7"/>
            <p:cNvSpPr/>
            <p:nvPr/>
          </p:nvSpPr>
          <p:spPr>
            <a:xfrm>
              <a:off x="6756300" y="4613375"/>
              <a:ext cx="2474700" cy="312375"/>
            </a:xfrm>
            <a:custGeom>
              <a:rect b="b" l="l" r="r" t="t"/>
              <a:pathLst>
                <a:path extrusionOk="0" h="12495" w="98988">
                  <a:moveTo>
                    <a:pt x="0" y="0"/>
                  </a:moveTo>
                  <a:lnTo>
                    <a:pt x="37363" y="0"/>
                  </a:lnTo>
                  <a:lnTo>
                    <a:pt x="49858" y="12495"/>
                  </a:lnTo>
                  <a:lnTo>
                    <a:pt x="98988" y="12495"/>
                  </a:lnTo>
                </a:path>
              </a:pathLst>
            </a:custGeom>
            <a:noFill/>
            <a:ln cap="flat" cmpd="sng" w="9525">
              <a:solidFill>
                <a:schemeClr val="accent1"/>
              </a:solidFill>
              <a:prstDash val="solid"/>
              <a:round/>
              <a:headEnd len="med" w="med" type="none"/>
              <a:tailEnd len="med" w="med" type="none"/>
            </a:ln>
          </p:spPr>
        </p:sp>
        <p:grpSp>
          <p:nvGrpSpPr>
            <p:cNvPr id="149" name="Google Shape;149;p7"/>
            <p:cNvGrpSpPr/>
            <p:nvPr/>
          </p:nvGrpSpPr>
          <p:grpSpPr>
            <a:xfrm flipH="1" rot="-5400000">
              <a:off x="8430782" y="4500446"/>
              <a:ext cx="493321" cy="357312"/>
              <a:chOff x="1722354" y="229144"/>
              <a:chExt cx="1748744" cy="1266614"/>
            </a:xfrm>
          </p:grpSpPr>
          <p:sp>
            <p:nvSpPr>
              <p:cNvPr id="150" name="Google Shape;150;p7"/>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 name="Google Shape;152;p7"/>
            <p:cNvSpPr/>
            <p:nvPr/>
          </p:nvSpPr>
          <p:spPr>
            <a:xfrm>
              <a:off x="-174975" y="-315450"/>
              <a:ext cx="1914059" cy="4400511"/>
            </a:xfrm>
            <a:custGeom>
              <a:rect b="b" l="l" r="r" t="t"/>
              <a:pathLst>
                <a:path extrusionOk="0" h="126889" w="55192">
                  <a:moveTo>
                    <a:pt x="0" y="126889"/>
                  </a:moveTo>
                  <a:lnTo>
                    <a:pt x="24140" y="102749"/>
                  </a:lnTo>
                  <a:lnTo>
                    <a:pt x="24140" y="42943"/>
                  </a:lnTo>
                  <a:lnTo>
                    <a:pt x="55192" y="25015"/>
                  </a:lnTo>
                  <a:lnTo>
                    <a:pt x="55192" y="0"/>
                  </a:lnTo>
                </a:path>
              </a:pathLst>
            </a:custGeom>
            <a:noFill/>
            <a:ln cap="flat" cmpd="sng" w="9525">
              <a:solidFill>
                <a:schemeClr val="accent1"/>
              </a:solidFill>
              <a:prstDash val="solid"/>
              <a:round/>
              <a:headEnd len="med" w="med" type="none"/>
              <a:tailEnd len="med" w="med" type="none"/>
            </a:ln>
          </p:spPr>
        </p:sp>
        <p:grpSp>
          <p:nvGrpSpPr>
            <p:cNvPr id="153" name="Google Shape;153;p7"/>
            <p:cNvGrpSpPr/>
            <p:nvPr/>
          </p:nvGrpSpPr>
          <p:grpSpPr>
            <a:xfrm rot="10800000">
              <a:off x="662657" y="2962921"/>
              <a:ext cx="493321" cy="357312"/>
              <a:chOff x="1722354" y="229144"/>
              <a:chExt cx="1748744" cy="1266614"/>
            </a:xfrm>
          </p:grpSpPr>
          <p:sp>
            <p:nvSpPr>
              <p:cNvPr id="154" name="Google Shape;154;p7"/>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 name="Google Shape;156;p7"/>
            <p:cNvGrpSpPr/>
            <p:nvPr/>
          </p:nvGrpSpPr>
          <p:grpSpPr>
            <a:xfrm>
              <a:off x="-867949" y="1748040"/>
              <a:ext cx="1530153" cy="273510"/>
              <a:chOff x="-6675" y="2881558"/>
              <a:chExt cx="9140700" cy="2059567"/>
            </a:xfrm>
          </p:grpSpPr>
          <p:cxnSp>
            <p:nvCxnSpPr>
              <p:cNvPr id="157" name="Google Shape;157;p7"/>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58" name="Google Shape;158;p7"/>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59" name="Google Shape;159;p7"/>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60" name="Google Shape;160;p7"/>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61" name="Google Shape;161;p7"/>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162" name="Google Shape;162;p7"/>
          <p:cNvGrpSpPr/>
          <p:nvPr/>
        </p:nvGrpSpPr>
        <p:grpSpPr>
          <a:xfrm>
            <a:off x="609462" y="-114064"/>
            <a:ext cx="8313331" cy="4565380"/>
            <a:chOff x="609462" y="-114064"/>
            <a:chExt cx="8313331" cy="4565380"/>
          </a:xfrm>
        </p:grpSpPr>
        <p:sp>
          <p:nvSpPr>
            <p:cNvPr id="163" name="Google Shape;163;p7"/>
            <p:cNvSpPr/>
            <p:nvPr/>
          </p:nvSpPr>
          <p:spPr>
            <a:xfrm rot="10800000">
              <a:off x="8882737" y="40104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
            <p:cNvSpPr/>
            <p:nvPr/>
          </p:nvSpPr>
          <p:spPr>
            <a:xfrm rot="10800000">
              <a:off x="609462" y="-11406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5" name="Shape 165"/>
        <p:cNvGrpSpPr/>
        <p:nvPr/>
      </p:nvGrpSpPr>
      <p:grpSpPr>
        <a:xfrm>
          <a:off x="0" y="0"/>
          <a:ext cx="0" cy="0"/>
          <a:chOff x="0" y="0"/>
          <a:chExt cx="0" cy="0"/>
        </a:xfrm>
      </p:grpSpPr>
      <p:sp>
        <p:nvSpPr>
          <p:cNvPr id="166" name="Google Shape;166;p8"/>
          <p:cNvSpPr txBox="1"/>
          <p:nvPr>
            <p:ph type="title"/>
          </p:nvPr>
        </p:nvSpPr>
        <p:spPr>
          <a:xfrm>
            <a:off x="2317950" y="1307100"/>
            <a:ext cx="4508100" cy="1883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67" name="Google Shape;167;p8"/>
          <p:cNvGrpSpPr/>
          <p:nvPr/>
        </p:nvGrpSpPr>
        <p:grpSpPr>
          <a:xfrm rot="10800000">
            <a:off x="7395131" y="4086605"/>
            <a:ext cx="4791669" cy="923822"/>
            <a:chOff x="-78438" y="3775205"/>
            <a:chExt cx="4791669" cy="923822"/>
          </a:xfrm>
        </p:grpSpPr>
        <p:cxnSp>
          <p:nvCxnSpPr>
            <p:cNvPr id="168" name="Google Shape;168;p8"/>
            <p:cNvCxnSpPr/>
            <p:nvPr/>
          </p:nvCxnSpPr>
          <p:spPr>
            <a:xfrm>
              <a:off x="1857762" y="2762827"/>
              <a:ext cx="0" cy="3872400"/>
            </a:xfrm>
            <a:prstGeom prst="straightConnector1">
              <a:avLst/>
            </a:prstGeom>
            <a:noFill/>
            <a:ln cap="flat" cmpd="sng" w="9525">
              <a:solidFill>
                <a:schemeClr val="accent1"/>
              </a:solidFill>
              <a:prstDash val="solid"/>
              <a:round/>
              <a:headEnd len="med" w="med" type="none"/>
              <a:tailEnd len="med" w="med" type="none"/>
            </a:ln>
          </p:spPr>
        </p:cxnSp>
        <p:cxnSp>
          <p:nvCxnSpPr>
            <p:cNvPr id="169" name="Google Shape;169;p8"/>
            <p:cNvCxnSpPr/>
            <p:nvPr/>
          </p:nvCxnSpPr>
          <p:spPr>
            <a:xfrm rot="-5400000">
              <a:off x="3789591" y="3940627"/>
              <a:ext cx="764100" cy="752700"/>
            </a:xfrm>
            <a:prstGeom prst="straightConnector1">
              <a:avLst/>
            </a:prstGeom>
            <a:noFill/>
            <a:ln cap="flat" cmpd="sng" w="9525">
              <a:solidFill>
                <a:schemeClr val="accent1"/>
              </a:solidFill>
              <a:prstDash val="solid"/>
              <a:round/>
              <a:headEnd len="med" w="med" type="none"/>
              <a:tailEnd len="med" w="med" type="none"/>
            </a:ln>
          </p:spPr>
        </p:cxnSp>
        <p:sp>
          <p:nvSpPr>
            <p:cNvPr id="170" name="Google Shape;170;p8"/>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8"/>
          <p:cNvGrpSpPr/>
          <p:nvPr/>
        </p:nvGrpSpPr>
        <p:grpSpPr>
          <a:xfrm>
            <a:off x="527082" y="3400311"/>
            <a:ext cx="8344568" cy="1243755"/>
            <a:chOff x="527082" y="3400311"/>
            <a:chExt cx="8344568" cy="1243755"/>
          </a:xfrm>
        </p:grpSpPr>
        <p:sp>
          <p:nvSpPr>
            <p:cNvPr id="172" name="Google Shape;172;p8"/>
            <p:cNvSpPr/>
            <p:nvPr/>
          </p:nvSpPr>
          <p:spPr>
            <a:xfrm flipH="1">
              <a:off x="527082" y="34003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flipH="1" rot="5400000">
              <a:off x="8631182" y="440359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8"/>
          <p:cNvGrpSpPr/>
          <p:nvPr/>
        </p:nvGrpSpPr>
        <p:grpSpPr>
          <a:xfrm>
            <a:off x="-3151463" y="-3408103"/>
            <a:ext cx="11831666" cy="9065208"/>
            <a:chOff x="-3151463" y="-3408103"/>
            <a:chExt cx="11831666" cy="9065208"/>
          </a:xfrm>
        </p:grpSpPr>
        <p:grpSp>
          <p:nvGrpSpPr>
            <p:cNvPr id="175" name="Google Shape;175;p8"/>
            <p:cNvGrpSpPr/>
            <p:nvPr/>
          </p:nvGrpSpPr>
          <p:grpSpPr>
            <a:xfrm flipH="1" rot="10800000">
              <a:off x="309699" y="2296620"/>
              <a:ext cx="681217" cy="3360485"/>
              <a:chOff x="1337800" y="-2525590"/>
              <a:chExt cx="1498167" cy="7390555"/>
            </a:xfrm>
          </p:grpSpPr>
          <p:cxnSp>
            <p:nvCxnSpPr>
              <p:cNvPr id="176" name="Google Shape;176;p8"/>
              <p:cNvCxnSpPr/>
              <p:nvPr/>
            </p:nvCxnSpPr>
            <p:spPr>
              <a:xfrm rot="10800000">
                <a:off x="1337800" y="-25255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177" name="Google Shape;177;p8"/>
              <p:cNvCxnSpPr/>
              <p:nvPr/>
            </p:nvCxnSpPr>
            <p:spPr>
              <a:xfrm>
                <a:off x="1337800" y="33471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178" name="Google Shape;178;p8"/>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 name="Google Shape;179;p8"/>
            <p:cNvGrpSpPr/>
            <p:nvPr/>
          </p:nvGrpSpPr>
          <p:grpSpPr>
            <a:xfrm flipH="1">
              <a:off x="7998987" y="-1945430"/>
              <a:ext cx="681217" cy="3360485"/>
              <a:chOff x="1337800" y="-2525590"/>
              <a:chExt cx="1498167" cy="7390555"/>
            </a:xfrm>
          </p:grpSpPr>
          <p:cxnSp>
            <p:nvCxnSpPr>
              <p:cNvPr id="180" name="Google Shape;180;p8"/>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181" name="Google Shape;181;p8"/>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182" name="Google Shape;182;p8"/>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 name="Google Shape;183;p8"/>
            <p:cNvGrpSpPr/>
            <p:nvPr/>
          </p:nvGrpSpPr>
          <p:grpSpPr>
            <a:xfrm flipH="1" rot="-5400000">
              <a:off x="-12066" y="-1786200"/>
              <a:ext cx="3859204" cy="615399"/>
              <a:chOff x="-6675" y="307100"/>
              <a:chExt cx="9140700" cy="4634025"/>
            </a:xfrm>
          </p:grpSpPr>
          <p:cxnSp>
            <p:nvCxnSpPr>
              <p:cNvPr id="184" name="Google Shape;184;p8"/>
              <p:cNvCxnSpPr/>
              <p:nvPr/>
            </p:nvCxnSpPr>
            <p:spPr>
              <a:xfrm>
                <a:off x="-6675" y="30710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85" name="Google Shape;185;p8"/>
              <p:cNvCxnSpPr/>
              <p:nvPr/>
            </p:nvCxnSpPr>
            <p:spPr>
              <a:xfrm>
                <a:off x="-6675" y="133688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86" name="Google Shape;186;p8"/>
              <p:cNvCxnSpPr/>
              <p:nvPr/>
            </p:nvCxnSpPr>
            <p:spPr>
              <a:xfrm>
                <a:off x="-6675" y="82199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87" name="Google Shape;187;p8"/>
              <p:cNvCxnSpPr/>
              <p:nvPr/>
            </p:nvCxnSpPr>
            <p:spPr>
              <a:xfrm>
                <a:off x="-6675" y="1851775"/>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88" name="Google Shape;188;p8"/>
              <p:cNvCxnSpPr/>
              <p:nvPr/>
            </p:nvCxnSpPr>
            <p:spPr>
              <a:xfrm>
                <a:off x="-6675" y="2366667"/>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89" name="Google Shape;189;p8"/>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90" name="Google Shape;190;p8"/>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91" name="Google Shape;191;p8"/>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92" name="Google Shape;192;p8"/>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193" name="Google Shape;193;p8"/>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194" name="Google Shape;194;p8"/>
            <p:cNvSpPr/>
            <p:nvPr/>
          </p:nvSpPr>
          <p:spPr>
            <a:xfrm flipH="1">
              <a:off x="-3151463" y="45110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med" w="med" type="none"/>
              <a:tailEnd len="med" w="med" type="none"/>
            </a:ln>
          </p:spPr>
        </p:sp>
      </p:grpSp>
      <p:grpSp>
        <p:nvGrpSpPr>
          <p:cNvPr id="195" name="Google Shape;195;p8"/>
          <p:cNvGrpSpPr/>
          <p:nvPr/>
        </p:nvGrpSpPr>
        <p:grpSpPr>
          <a:xfrm>
            <a:off x="547096" y="974375"/>
            <a:ext cx="9244448" cy="3848385"/>
            <a:chOff x="547096" y="974375"/>
            <a:chExt cx="9244448" cy="3848385"/>
          </a:xfrm>
        </p:grpSpPr>
        <p:grpSp>
          <p:nvGrpSpPr>
            <p:cNvPr id="196" name="Google Shape;196;p8"/>
            <p:cNvGrpSpPr/>
            <p:nvPr/>
          </p:nvGrpSpPr>
          <p:grpSpPr>
            <a:xfrm>
              <a:off x="547096" y="3571493"/>
              <a:ext cx="9010768" cy="1251268"/>
              <a:chOff x="547096" y="3571493"/>
              <a:chExt cx="9010768" cy="1251268"/>
            </a:xfrm>
          </p:grpSpPr>
          <p:grpSp>
            <p:nvGrpSpPr>
              <p:cNvPr id="197" name="Google Shape;197;p8"/>
              <p:cNvGrpSpPr/>
              <p:nvPr/>
            </p:nvGrpSpPr>
            <p:grpSpPr>
              <a:xfrm>
                <a:off x="547096" y="3613321"/>
                <a:ext cx="269696" cy="1209440"/>
                <a:chOff x="803996" y="3613321"/>
                <a:chExt cx="269696" cy="1209440"/>
              </a:xfrm>
            </p:grpSpPr>
            <p:sp>
              <p:nvSpPr>
                <p:cNvPr id="198" name="Google Shape;198;p8"/>
                <p:cNvSpPr/>
                <p:nvPr/>
              </p:nvSpPr>
              <p:spPr>
                <a:xfrm flipH="1" rot="10800000">
                  <a:off x="803996"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flipH="1" rot="10800000">
                  <a:off x="998591"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 name="Google Shape;200;p8"/>
              <p:cNvGrpSpPr/>
              <p:nvPr/>
            </p:nvGrpSpPr>
            <p:grpSpPr>
              <a:xfrm rot="5400000">
                <a:off x="8818296" y="3101621"/>
                <a:ext cx="269696" cy="1209440"/>
                <a:chOff x="803996" y="3613321"/>
                <a:chExt cx="269696" cy="1209440"/>
              </a:xfrm>
            </p:grpSpPr>
            <p:sp>
              <p:nvSpPr>
                <p:cNvPr id="201" name="Google Shape;201;p8"/>
                <p:cNvSpPr/>
                <p:nvPr/>
              </p:nvSpPr>
              <p:spPr>
                <a:xfrm flipH="1" rot="10800000">
                  <a:off x="803996"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flipH="1" rot="10800000">
                  <a:off x="998591"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3" name="Google Shape;203;p8"/>
            <p:cNvGrpSpPr/>
            <p:nvPr/>
          </p:nvGrpSpPr>
          <p:grpSpPr>
            <a:xfrm>
              <a:off x="8680200" y="974375"/>
              <a:ext cx="1111343" cy="1111343"/>
              <a:chOff x="8307725" y="278700"/>
              <a:chExt cx="1111343" cy="1111343"/>
            </a:xfrm>
          </p:grpSpPr>
          <p:sp>
            <p:nvSpPr>
              <p:cNvPr id="204" name="Google Shape;204;p8"/>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6" name="Shape 206"/>
        <p:cNvGrpSpPr/>
        <p:nvPr/>
      </p:nvGrpSpPr>
      <p:grpSpPr>
        <a:xfrm>
          <a:off x="0" y="0"/>
          <a:ext cx="0" cy="0"/>
          <a:chOff x="0" y="0"/>
          <a:chExt cx="0" cy="0"/>
        </a:xfrm>
      </p:grpSpPr>
      <p:sp>
        <p:nvSpPr>
          <p:cNvPr id="207" name="Google Shape;207;p9"/>
          <p:cNvSpPr txBox="1"/>
          <p:nvPr>
            <p:ph type="title"/>
          </p:nvPr>
        </p:nvSpPr>
        <p:spPr>
          <a:xfrm>
            <a:off x="2135550" y="1857350"/>
            <a:ext cx="4872900" cy="1249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7000"/>
              <a:buNone/>
              <a:defRPr sz="7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208" name="Google Shape;208;p9"/>
          <p:cNvSpPr txBox="1"/>
          <p:nvPr>
            <p:ph idx="1" type="subTitle"/>
          </p:nvPr>
        </p:nvSpPr>
        <p:spPr>
          <a:xfrm>
            <a:off x="2135550" y="3106975"/>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2pPr>
            <a:lvl3pPr lvl="2"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3pPr>
            <a:lvl4pPr lvl="3"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4pPr>
            <a:lvl5pPr lvl="4"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5pPr>
            <a:lvl6pPr lvl="5"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6pPr>
            <a:lvl7pPr lvl="6"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7pPr>
            <a:lvl8pPr lvl="7"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8pPr>
            <a:lvl9pPr lvl="8" rtl="0" algn="ctr">
              <a:lnSpc>
                <a:spcPct val="100000"/>
              </a:lnSpc>
              <a:spcBef>
                <a:spcPts val="0"/>
              </a:spcBef>
              <a:spcAft>
                <a:spcPts val="0"/>
              </a:spcAft>
              <a:buSzPts val="1600"/>
              <a:buFont typeface="Hanken Grotesk"/>
              <a:buNone/>
              <a:defRPr sz="1600">
                <a:latin typeface="Hanken Grotesk"/>
                <a:ea typeface="Hanken Grotesk"/>
                <a:cs typeface="Hanken Grotesk"/>
                <a:sym typeface="Hanken Grotesk"/>
              </a:defRPr>
            </a:lvl9pPr>
          </a:lstStyle>
          <a:p/>
        </p:txBody>
      </p:sp>
      <p:sp>
        <p:nvSpPr>
          <p:cNvPr id="209" name="Google Shape;209;p9"/>
          <p:cNvSpPr/>
          <p:nvPr/>
        </p:nvSpPr>
        <p:spPr>
          <a:xfrm>
            <a:off x="9336712" y="7135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 name="Google Shape;210;p9"/>
          <p:cNvGrpSpPr/>
          <p:nvPr/>
        </p:nvGrpSpPr>
        <p:grpSpPr>
          <a:xfrm>
            <a:off x="-2757425" y="-2776080"/>
            <a:ext cx="12134200" cy="9442910"/>
            <a:chOff x="-2757425" y="-2776080"/>
            <a:chExt cx="12134200" cy="9442910"/>
          </a:xfrm>
        </p:grpSpPr>
        <p:grpSp>
          <p:nvGrpSpPr>
            <p:cNvPr id="211" name="Google Shape;211;p9"/>
            <p:cNvGrpSpPr/>
            <p:nvPr/>
          </p:nvGrpSpPr>
          <p:grpSpPr>
            <a:xfrm flipH="1" rot="-5400000">
              <a:off x="-1755963" y="657655"/>
              <a:ext cx="4791669" cy="923822"/>
              <a:chOff x="-78438" y="3775205"/>
              <a:chExt cx="4791669" cy="923822"/>
            </a:xfrm>
          </p:grpSpPr>
          <p:cxnSp>
            <p:nvCxnSpPr>
              <p:cNvPr id="212" name="Google Shape;212;p9"/>
              <p:cNvCxnSpPr/>
              <p:nvPr/>
            </p:nvCxnSpPr>
            <p:spPr>
              <a:xfrm>
                <a:off x="1857762" y="2762827"/>
                <a:ext cx="0" cy="3872400"/>
              </a:xfrm>
              <a:prstGeom prst="straightConnector1">
                <a:avLst/>
              </a:prstGeom>
              <a:noFill/>
              <a:ln cap="flat" cmpd="sng" w="9525">
                <a:solidFill>
                  <a:schemeClr val="accent1"/>
                </a:solidFill>
                <a:prstDash val="solid"/>
                <a:round/>
                <a:headEnd len="med" w="med" type="none"/>
                <a:tailEnd len="med" w="med" type="none"/>
              </a:ln>
            </p:spPr>
          </p:cxnSp>
          <p:cxnSp>
            <p:nvCxnSpPr>
              <p:cNvPr id="213" name="Google Shape;213;p9"/>
              <p:cNvCxnSpPr/>
              <p:nvPr/>
            </p:nvCxnSpPr>
            <p:spPr>
              <a:xfrm rot="-5400000">
                <a:off x="3789591" y="3940627"/>
                <a:ext cx="764100" cy="752700"/>
              </a:xfrm>
              <a:prstGeom prst="straightConnector1">
                <a:avLst/>
              </a:prstGeom>
              <a:noFill/>
              <a:ln cap="flat" cmpd="sng" w="9525">
                <a:solidFill>
                  <a:schemeClr val="accent1"/>
                </a:solidFill>
                <a:prstDash val="solid"/>
                <a:round/>
                <a:headEnd len="med" w="med" type="none"/>
                <a:tailEnd len="med" w="med" type="none"/>
              </a:ln>
            </p:spPr>
          </p:cxnSp>
          <p:sp>
            <p:nvSpPr>
              <p:cNvPr id="214" name="Google Shape;214;p9"/>
              <p:cNvSpPr/>
              <p:nvPr/>
            </p:nvSpPr>
            <p:spPr>
              <a:xfrm>
                <a:off x="4519806" y="37752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 name="Google Shape;215;p9"/>
            <p:cNvGrpSpPr/>
            <p:nvPr/>
          </p:nvGrpSpPr>
          <p:grpSpPr>
            <a:xfrm rot="10800000">
              <a:off x="8695559" y="3306345"/>
              <a:ext cx="681217" cy="3360485"/>
              <a:chOff x="1337800" y="-2525590"/>
              <a:chExt cx="1498167" cy="7390555"/>
            </a:xfrm>
          </p:grpSpPr>
          <p:cxnSp>
            <p:nvCxnSpPr>
              <p:cNvPr id="216" name="Google Shape;216;p9"/>
              <p:cNvCxnSpPr/>
              <p:nvPr/>
            </p:nvCxnSpPr>
            <p:spPr>
              <a:xfrm rot="10800000">
                <a:off x="1337800" y="-25255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217" name="Google Shape;217;p9"/>
              <p:cNvCxnSpPr/>
              <p:nvPr/>
            </p:nvCxnSpPr>
            <p:spPr>
              <a:xfrm>
                <a:off x="1337800" y="33471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218" name="Google Shape;218;p9"/>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9"/>
            <p:cNvGrpSpPr/>
            <p:nvPr/>
          </p:nvGrpSpPr>
          <p:grpSpPr>
            <a:xfrm>
              <a:off x="146409" y="-2776080"/>
              <a:ext cx="681217" cy="3360485"/>
              <a:chOff x="1337800" y="-2525590"/>
              <a:chExt cx="1498167" cy="7390555"/>
            </a:xfrm>
          </p:grpSpPr>
          <p:cxnSp>
            <p:nvCxnSpPr>
              <p:cNvPr id="220" name="Google Shape;220;p9"/>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221" name="Google Shape;221;p9"/>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222" name="Google Shape;222;p9"/>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9"/>
            <p:cNvGrpSpPr/>
            <p:nvPr/>
          </p:nvGrpSpPr>
          <p:grpSpPr>
            <a:xfrm>
              <a:off x="-2757425" y="811862"/>
              <a:ext cx="3859204" cy="615399"/>
              <a:chOff x="-6675" y="307100"/>
              <a:chExt cx="9140700" cy="4634025"/>
            </a:xfrm>
          </p:grpSpPr>
          <p:cxnSp>
            <p:nvCxnSpPr>
              <p:cNvPr id="224" name="Google Shape;224;p9"/>
              <p:cNvCxnSpPr/>
              <p:nvPr/>
            </p:nvCxnSpPr>
            <p:spPr>
              <a:xfrm>
                <a:off x="-6675" y="30710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25" name="Google Shape;225;p9"/>
              <p:cNvCxnSpPr/>
              <p:nvPr/>
            </p:nvCxnSpPr>
            <p:spPr>
              <a:xfrm>
                <a:off x="-6675" y="133688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26" name="Google Shape;226;p9"/>
              <p:cNvCxnSpPr/>
              <p:nvPr/>
            </p:nvCxnSpPr>
            <p:spPr>
              <a:xfrm>
                <a:off x="-6675" y="82199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27" name="Google Shape;227;p9"/>
              <p:cNvCxnSpPr/>
              <p:nvPr/>
            </p:nvCxnSpPr>
            <p:spPr>
              <a:xfrm>
                <a:off x="-6675" y="1851775"/>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28" name="Google Shape;228;p9"/>
              <p:cNvCxnSpPr/>
              <p:nvPr/>
            </p:nvCxnSpPr>
            <p:spPr>
              <a:xfrm>
                <a:off x="-6675" y="2366667"/>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29" name="Google Shape;229;p9"/>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30" name="Google Shape;230;p9"/>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31" name="Google Shape;231;p9"/>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32" name="Google Shape;232;p9"/>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33" name="Google Shape;233;p9"/>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234" name="Google Shape;234;p9"/>
            <p:cNvSpPr/>
            <p:nvPr/>
          </p:nvSpPr>
          <p:spPr>
            <a:xfrm rot="5400000">
              <a:off x="5637675" y="2986700"/>
              <a:ext cx="6471825" cy="764225"/>
            </a:xfrm>
            <a:custGeom>
              <a:rect b="b" l="l" r="r" t="t"/>
              <a:pathLst>
                <a:path extrusionOk="0" h="30569" w="258873">
                  <a:moveTo>
                    <a:pt x="0" y="0"/>
                  </a:moveTo>
                  <a:lnTo>
                    <a:pt x="76910" y="0"/>
                  </a:lnTo>
                  <a:lnTo>
                    <a:pt x="107480" y="30569"/>
                  </a:lnTo>
                  <a:lnTo>
                    <a:pt x="167406" y="30569"/>
                  </a:lnTo>
                  <a:lnTo>
                    <a:pt x="176418" y="14960"/>
                  </a:lnTo>
                  <a:lnTo>
                    <a:pt x="258873" y="14960"/>
                  </a:lnTo>
                  <a:lnTo>
                    <a:pt x="258873" y="10918"/>
                  </a:lnTo>
                </a:path>
              </a:pathLst>
            </a:custGeom>
            <a:noFill/>
            <a:ln cap="flat" cmpd="sng" w="9525">
              <a:solidFill>
                <a:schemeClr val="accent1"/>
              </a:solidFill>
              <a:prstDash val="solid"/>
              <a:round/>
              <a:headEnd len="med" w="med" type="none"/>
              <a:tailEnd len="med" w="med" type="none"/>
            </a:ln>
          </p:spPr>
        </p:sp>
      </p:grpSp>
      <p:grpSp>
        <p:nvGrpSpPr>
          <p:cNvPr id="235" name="Google Shape;235;p9"/>
          <p:cNvGrpSpPr/>
          <p:nvPr/>
        </p:nvGrpSpPr>
        <p:grpSpPr>
          <a:xfrm>
            <a:off x="-157525" y="1684573"/>
            <a:ext cx="8689055" cy="440880"/>
            <a:chOff x="-157525" y="1684573"/>
            <a:chExt cx="8689055" cy="440880"/>
          </a:xfrm>
        </p:grpSpPr>
        <p:sp>
          <p:nvSpPr>
            <p:cNvPr id="236" name="Google Shape;236;p9"/>
            <p:cNvSpPr/>
            <p:nvPr/>
          </p:nvSpPr>
          <p:spPr>
            <a:xfrm>
              <a:off x="8491475" y="16845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rot="-5400000">
              <a:off x="42887" y="17249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9"/>
          <p:cNvGrpSpPr/>
          <p:nvPr/>
        </p:nvGrpSpPr>
        <p:grpSpPr>
          <a:xfrm>
            <a:off x="-350826" y="649496"/>
            <a:ext cx="9280380" cy="5170923"/>
            <a:chOff x="-350826" y="649496"/>
            <a:chExt cx="9280380" cy="5170923"/>
          </a:xfrm>
        </p:grpSpPr>
        <p:grpSp>
          <p:nvGrpSpPr>
            <p:cNvPr id="239" name="Google Shape;239;p9"/>
            <p:cNvGrpSpPr/>
            <p:nvPr/>
          </p:nvGrpSpPr>
          <p:grpSpPr>
            <a:xfrm>
              <a:off x="-350826" y="649496"/>
              <a:ext cx="9280380" cy="1759405"/>
              <a:chOff x="-350826" y="649496"/>
              <a:chExt cx="9280380" cy="1759405"/>
            </a:xfrm>
          </p:grpSpPr>
          <p:sp>
            <p:nvSpPr>
              <p:cNvPr id="240" name="Google Shape;240;p9"/>
              <p:cNvSpPr/>
              <p:nvPr/>
            </p:nvSpPr>
            <p:spPr>
              <a:xfrm rot="10800000">
                <a:off x="8886438" y="1209591"/>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9"/>
              <p:cNvSpPr/>
              <p:nvPr/>
            </p:nvSpPr>
            <p:spPr>
              <a:xfrm rot="10800000">
                <a:off x="8695083" y="6494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rot="5400000">
                <a:off x="425209" y="1958491"/>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rot="5400000">
                <a:off x="25375" y="1957600"/>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 name="Google Shape;244;p9"/>
            <p:cNvGrpSpPr/>
            <p:nvPr/>
          </p:nvGrpSpPr>
          <p:grpSpPr>
            <a:xfrm>
              <a:off x="7280000" y="4709075"/>
              <a:ext cx="1111343" cy="1111343"/>
              <a:chOff x="8307725" y="278700"/>
              <a:chExt cx="1111343" cy="1111343"/>
            </a:xfrm>
          </p:grpSpPr>
          <p:sp>
            <p:nvSpPr>
              <p:cNvPr id="245" name="Google Shape;245;p9"/>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7" name="Shape 247"/>
        <p:cNvGrpSpPr/>
        <p:nvPr/>
      </p:nvGrpSpPr>
      <p:grpSpPr>
        <a:xfrm>
          <a:off x="0" y="0"/>
          <a:ext cx="0" cy="0"/>
          <a:chOff x="0" y="0"/>
          <a:chExt cx="0" cy="0"/>
        </a:xfrm>
      </p:grpSpPr>
      <p:sp>
        <p:nvSpPr>
          <p:cNvPr id="248" name="Google Shape;248;p10"/>
          <p:cNvSpPr txBox="1"/>
          <p:nvPr>
            <p:ph type="title"/>
          </p:nvPr>
        </p:nvSpPr>
        <p:spPr>
          <a:xfrm>
            <a:off x="720000" y="4014450"/>
            <a:ext cx="7704000" cy="572700"/>
          </a:xfrm>
          <a:prstGeom prst="rect">
            <a:avLst/>
          </a:prstGeom>
          <a:solidFill>
            <a:schemeClr val="dk2"/>
          </a:solidFill>
        </p:spPr>
        <p:txBody>
          <a:bodyPr anchorCtr="0" anchor="t" bIns="91425" lIns="91425" spcFirstLastPara="1" rIns="91425" wrap="square" tIns="91425">
            <a:noAutofit/>
          </a:bodyPr>
          <a:lstStyle>
            <a:lvl1pPr lvl="0" rtl="0" algn="ctr">
              <a:spcBef>
                <a:spcPts val="0"/>
              </a:spcBef>
              <a:spcAft>
                <a:spcPts val="0"/>
              </a:spcAft>
              <a:buSzPts val="2600"/>
              <a:buNone/>
              <a:defRPr sz="26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249" name="Google Shape;249;p10"/>
          <p:cNvGrpSpPr/>
          <p:nvPr/>
        </p:nvGrpSpPr>
        <p:grpSpPr>
          <a:xfrm>
            <a:off x="-2466243" y="-2869459"/>
            <a:ext cx="11395878" cy="4597207"/>
            <a:chOff x="-2466243" y="-2869459"/>
            <a:chExt cx="11395878" cy="4597207"/>
          </a:xfrm>
        </p:grpSpPr>
        <p:grpSp>
          <p:nvGrpSpPr>
            <p:cNvPr id="250" name="Google Shape;250;p10"/>
            <p:cNvGrpSpPr/>
            <p:nvPr/>
          </p:nvGrpSpPr>
          <p:grpSpPr>
            <a:xfrm>
              <a:off x="-2466243" y="364624"/>
              <a:ext cx="4486819" cy="625122"/>
              <a:chOff x="-78438" y="4073905"/>
              <a:chExt cx="4486819" cy="625122"/>
            </a:xfrm>
          </p:grpSpPr>
          <p:cxnSp>
            <p:nvCxnSpPr>
              <p:cNvPr id="251" name="Google Shape;251;p10"/>
              <p:cNvCxnSpPr/>
              <p:nvPr/>
            </p:nvCxnSpPr>
            <p:spPr>
              <a:xfrm>
                <a:off x="1857762" y="2762827"/>
                <a:ext cx="0" cy="3872400"/>
              </a:xfrm>
              <a:prstGeom prst="straightConnector1">
                <a:avLst/>
              </a:prstGeom>
              <a:noFill/>
              <a:ln cap="flat" cmpd="sng" w="9525">
                <a:solidFill>
                  <a:schemeClr val="accent1"/>
                </a:solidFill>
                <a:prstDash val="solid"/>
                <a:round/>
                <a:headEnd len="med" w="med" type="none"/>
                <a:tailEnd len="med" w="med" type="none"/>
              </a:ln>
            </p:spPr>
          </p:cxnSp>
          <p:cxnSp>
            <p:nvCxnSpPr>
              <p:cNvPr id="252" name="Google Shape;252;p10"/>
              <p:cNvCxnSpPr/>
              <p:nvPr/>
            </p:nvCxnSpPr>
            <p:spPr>
              <a:xfrm rot="-5400000">
                <a:off x="3788541" y="4241677"/>
                <a:ext cx="464100" cy="45060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10"/>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0"/>
            <p:cNvGrpSpPr/>
            <p:nvPr/>
          </p:nvGrpSpPr>
          <p:grpSpPr>
            <a:xfrm flipH="1" rot="5400000">
              <a:off x="-1083007" y="-1247557"/>
              <a:ext cx="3859204" cy="615399"/>
              <a:chOff x="-6675" y="307100"/>
              <a:chExt cx="9140700" cy="4634025"/>
            </a:xfrm>
          </p:grpSpPr>
          <p:cxnSp>
            <p:nvCxnSpPr>
              <p:cNvPr id="255" name="Google Shape;255;p10"/>
              <p:cNvCxnSpPr/>
              <p:nvPr/>
            </p:nvCxnSpPr>
            <p:spPr>
              <a:xfrm>
                <a:off x="-6675" y="30710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56" name="Google Shape;256;p10"/>
              <p:cNvCxnSpPr/>
              <p:nvPr/>
            </p:nvCxnSpPr>
            <p:spPr>
              <a:xfrm>
                <a:off x="-6675" y="133688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57" name="Google Shape;257;p10"/>
              <p:cNvCxnSpPr/>
              <p:nvPr/>
            </p:nvCxnSpPr>
            <p:spPr>
              <a:xfrm>
                <a:off x="-6675" y="82199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58" name="Google Shape;258;p10"/>
              <p:cNvCxnSpPr/>
              <p:nvPr/>
            </p:nvCxnSpPr>
            <p:spPr>
              <a:xfrm>
                <a:off x="-6675" y="1851775"/>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59" name="Google Shape;259;p10"/>
              <p:cNvCxnSpPr/>
              <p:nvPr/>
            </p:nvCxnSpPr>
            <p:spPr>
              <a:xfrm>
                <a:off x="-6675" y="2366667"/>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60" name="Google Shape;260;p10"/>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61" name="Google Shape;261;p10"/>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62" name="Google Shape;262;p10"/>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63" name="Google Shape;263;p10"/>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264" name="Google Shape;264;p10"/>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nvGrpSpPr>
            <p:cNvPr id="265" name="Google Shape;265;p10"/>
            <p:cNvGrpSpPr/>
            <p:nvPr/>
          </p:nvGrpSpPr>
          <p:grpSpPr>
            <a:xfrm>
              <a:off x="8248398" y="-1632737"/>
              <a:ext cx="681237" cy="3360485"/>
              <a:chOff x="8248398" y="-1632737"/>
              <a:chExt cx="681237" cy="3360485"/>
            </a:xfrm>
          </p:grpSpPr>
          <p:grpSp>
            <p:nvGrpSpPr>
              <p:cNvPr id="266" name="Google Shape;266;p10"/>
              <p:cNvGrpSpPr/>
              <p:nvPr/>
            </p:nvGrpSpPr>
            <p:grpSpPr>
              <a:xfrm flipH="1">
                <a:off x="8248398" y="-1632737"/>
                <a:ext cx="681217" cy="3360485"/>
                <a:chOff x="1337800" y="-2525590"/>
                <a:chExt cx="1498167" cy="7390555"/>
              </a:xfrm>
            </p:grpSpPr>
            <p:cxnSp>
              <p:nvCxnSpPr>
                <p:cNvPr id="267" name="Google Shape;267;p10"/>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268" name="Google Shape;268;p10"/>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269" name="Google Shape;269;p10"/>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10"/>
              <p:cNvGrpSpPr/>
              <p:nvPr/>
            </p:nvGrpSpPr>
            <p:grpSpPr>
              <a:xfrm>
                <a:off x="8436314" y="360846"/>
                <a:ext cx="493321" cy="357312"/>
                <a:chOff x="1722354" y="229144"/>
                <a:chExt cx="1748744" cy="1266614"/>
              </a:xfrm>
            </p:grpSpPr>
            <p:sp>
              <p:nvSpPr>
                <p:cNvPr id="271" name="Google Shape;271;p10"/>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73" name="Google Shape;273;p10"/>
          <p:cNvGrpSpPr/>
          <p:nvPr/>
        </p:nvGrpSpPr>
        <p:grpSpPr>
          <a:xfrm>
            <a:off x="-150883" y="1137478"/>
            <a:ext cx="9080518" cy="813868"/>
            <a:chOff x="-150883" y="1137478"/>
            <a:chExt cx="9080518" cy="813868"/>
          </a:xfrm>
        </p:grpSpPr>
        <p:sp>
          <p:nvSpPr>
            <p:cNvPr id="274" name="Google Shape;274;p10"/>
            <p:cNvSpPr/>
            <p:nvPr/>
          </p:nvSpPr>
          <p:spPr>
            <a:xfrm flipH="1" rot="5400000">
              <a:off x="49529" y="93706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flipH="1">
              <a:off x="8889579" y="151046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10"/>
          <p:cNvGrpSpPr/>
          <p:nvPr/>
        </p:nvGrpSpPr>
        <p:grpSpPr>
          <a:xfrm>
            <a:off x="-201760" y="1366772"/>
            <a:ext cx="9923304" cy="3117922"/>
            <a:chOff x="-201760" y="1366772"/>
            <a:chExt cx="9923304" cy="3117922"/>
          </a:xfrm>
        </p:grpSpPr>
        <p:grpSp>
          <p:nvGrpSpPr>
            <p:cNvPr id="277" name="Google Shape;277;p10"/>
            <p:cNvGrpSpPr/>
            <p:nvPr/>
          </p:nvGrpSpPr>
          <p:grpSpPr>
            <a:xfrm>
              <a:off x="8610200" y="3373350"/>
              <a:ext cx="1111343" cy="1111343"/>
              <a:chOff x="8307725" y="278700"/>
              <a:chExt cx="1111343" cy="1111343"/>
            </a:xfrm>
          </p:grpSpPr>
          <p:sp>
            <p:nvSpPr>
              <p:cNvPr id="278" name="Google Shape;278;p10"/>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 name="Google Shape;280;p10"/>
            <p:cNvGrpSpPr/>
            <p:nvPr/>
          </p:nvGrpSpPr>
          <p:grpSpPr>
            <a:xfrm flipH="1">
              <a:off x="8674231" y="1727755"/>
              <a:ext cx="247278" cy="1160062"/>
              <a:chOff x="1463894" y="1434556"/>
              <a:chExt cx="247278" cy="1160062"/>
            </a:xfrm>
          </p:grpSpPr>
          <p:sp>
            <p:nvSpPr>
              <p:cNvPr id="281" name="Google Shape;281;p10"/>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3" name="Google Shape;283;p10"/>
            <p:cNvGrpSpPr/>
            <p:nvPr/>
          </p:nvGrpSpPr>
          <p:grpSpPr>
            <a:xfrm flipH="1" rot="5400000">
              <a:off x="254631" y="910380"/>
              <a:ext cx="247278" cy="1160062"/>
              <a:chOff x="1463894" y="1434556"/>
              <a:chExt cx="247278" cy="1160062"/>
            </a:xfrm>
          </p:grpSpPr>
          <p:sp>
            <p:nvSpPr>
              <p:cNvPr id="284" name="Google Shape;284;p10"/>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86" name="Shape 286"/>
        <p:cNvGrpSpPr/>
        <p:nvPr/>
      </p:nvGrpSpPr>
      <p:grpSpPr>
        <a:xfrm>
          <a:off x="0" y="0"/>
          <a:ext cx="0" cy="0"/>
          <a:chOff x="0" y="0"/>
          <a:chExt cx="0" cy="0"/>
        </a:xfrm>
      </p:grpSpPr>
      <p:sp>
        <p:nvSpPr>
          <p:cNvPr id="287" name="Google Shape;287;p11"/>
          <p:cNvSpPr txBox="1"/>
          <p:nvPr>
            <p:ph hasCustomPrompt="1" type="title"/>
          </p:nvPr>
        </p:nvSpPr>
        <p:spPr>
          <a:xfrm>
            <a:off x="2405125" y="2040775"/>
            <a:ext cx="5307000" cy="998100"/>
          </a:xfrm>
          <a:prstGeom prst="rect">
            <a:avLst/>
          </a:prstGeom>
          <a:solidFill>
            <a:srgbClr val="FFFFFF">
              <a:alpha val="7500"/>
            </a:srgbClr>
          </a:solidFill>
        </p:spPr>
        <p:txBody>
          <a:bodyPr anchorCtr="0" anchor="ctr" bIns="91425" lIns="91425" spcFirstLastPara="1" rIns="91425" wrap="square" tIns="91425">
            <a:noAutofit/>
          </a:bodyPr>
          <a:lstStyle>
            <a:lvl1pPr lvl="0">
              <a:spcBef>
                <a:spcPts val="0"/>
              </a:spcBef>
              <a:spcAft>
                <a:spcPts val="0"/>
              </a:spcAft>
              <a:buSzPts val="9600"/>
              <a:buFont typeface="Raleway ExtraBold"/>
              <a:buNone/>
              <a:defRPr sz="5500">
                <a:solidFill>
                  <a:schemeClr val="lt1"/>
                </a:solidFill>
                <a:latin typeface="Raleway ExtraBold"/>
                <a:ea typeface="Raleway ExtraBold"/>
                <a:cs typeface="Raleway ExtraBold"/>
                <a:sym typeface="Raleway ExtraBold"/>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88" name="Google Shape;288;p11"/>
          <p:cNvSpPr txBox="1"/>
          <p:nvPr>
            <p:ph idx="1" type="subTitle"/>
          </p:nvPr>
        </p:nvSpPr>
        <p:spPr>
          <a:xfrm>
            <a:off x="2405125" y="3038875"/>
            <a:ext cx="53070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289" name="Google Shape;289;p11"/>
          <p:cNvGrpSpPr/>
          <p:nvPr/>
        </p:nvGrpSpPr>
        <p:grpSpPr>
          <a:xfrm>
            <a:off x="320869" y="892488"/>
            <a:ext cx="5247943" cy="4005530"/>
            <a:chOff x="320869" y="892488"/>
            <a:chExt cx="5247943" cy="4005530"/>
          </a:xfrm>
        </p:grpSpPr>
        <p:sp>
          <p:nvSpPr>
            <p:cNvPr id="290" name="Google Shape;290;p11"/>
            <p:cNvSpPr/>
            <p:nvPr/>
          </p:nvSpPr>
          <p:spPr>
            <a:xfrm rot="10800000">
              <a:off x="320869" y="89248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p:nvPr/>
          </p:nvSpPr>
          <p:spPr>
            <a:xfrm rot="5400000">
              <a:off x="5328344" y="4657550"/>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 name="Google Shape;292;p11"/>
          <p:cNvGrpSpPr/>
          <p:nvPr/>
        </p:nvGrpSpPr>
        <p:grpSpPr>
          <a:xfrm>
            <a:off x="1123153" y="-134519"/>
            <a:ext cx="5670106" cy="5849863"/>
            <a:chOff x="1123153" y="-134519"/>
            <a:chExt cx="5670106" cy="5849863"/>
          </a:xfrm>
        </p:grpSpPr>
        <p:grpSp>
          <p:nvGrpSpPr>
            <p:cNvPr id="293" name="Google Shape;293;p11"/>
            <p:cNvGrpSpPr/>
            <p:nvPr/>
          </p:nvGrpSpPr>
          <p:grpSpPr>
            <a:xfrm>
              <a:off x="1123153" y="-134519"/>
              <a:ext cx="5670106" cy="5032541"/>
              <a:chOff x="1123153" y="-134519"/>
              <a:chExt cx="5670106" cy="5032541"/>
            </a:xfrm>
          </p:grpSpPr>
          <p:sp>
            <p:nvSpPr>
              <p:cNvPr id="294" name="Google Shape;294;p11"/>
              <p:cNvSpPr/>
              <p:nvPr/>
            </p:nvSpPr>
            <p:spPr>
              <a:xfrm>
                <a:off x="1123153" y="-134519"/>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5" name="Google Shape;295;p11"/>
              <p:cNvGrpSpPr/>
              <p:nvPr/>
            </p:nvGrpSpPr>
            <p:grpSpPr>
              <a:xfrm>
                <a:off x="5633198" y="4650744"/>
                <a:ext cx="1160062" cy="247278"/>
                <a:chOff x="8208698" y="2109319"/>
                <a:chExt cx="1160062" cy="247278"/>
              </a:xfrm>
            </p:grpSpPr>
            <p:sp>
              <p:nvSpPr>
                <p:cNvPr id="296" name="Google Shape;296;p11"/>
                <p:cNvSpPr/>
                <p:nvPr/>
              </p:nvSpPr>
              <p:spPr>
                <a:xfrm rot="5400000">
                  <a:off x="8424637" y="189337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rot="-5400000">
                  <a:off x="8917458" y="190529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8" name="Google Shape;298;p11"/>
            <p:cNvGrpSpPr/>
            <p:nvPr/>
          </p:nvGrpSpPr>
          <p:grpSpPr>
            <a:xfrm>
              <a:off x="3220925" y="4604000"/>
              <a:ext cx="1111343" cy="1111343"/>
              <a:chOff x="8307725" y="278700"/>
              <a:chExt cx="1111343" cy="1111343"/>
            </a:xfrm>
          </p:grpSpPr>
          <p:sp>
            <p:nvSpPr>
              <p:cNvPr id="299" name="Google Shape;299;p11"/>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1" name="Google Shape;301;p11"/>
          <p:cNvGrpSpPr/>
          <p:nvPr/>
        </p:nvGrpSpPr>
        <p:grpSpPr>
          <a:xfrm>
            <a:off x="575287" y="-1805003"/>
            <a:ext cx="8258546" cy="9711728"/>
            <a:chOff x="575287" y="-1805003"/>
            <a:chExt cx="8258546" cy="9711728"/>
          </a:xfrm>
        </p:grpSpPr>
        <p:grpSp>
          <p:nvGrpSpPr>
            <p:cNvPr id="302" name="Google Shape;302;p11"/>
            <p:cNvGrpSpPr/>
            <p:nvPr/>
          </p:nvGrpSpPr>
          <p:grpSpPr>
            <a:xfrm>
              <a:off x="575287" y="-1805003"/>
              <a:ext cx="8258546" cy="9711728"/>
              <a:chOff x="575287" y="-1805003"/>
              <a:chExt cx="8258546" cy="9711728"/>
            </a:xfrm>
          </p:grpSpPr>
          <p:grpSp>
            <p:nvGrpSpPr>
              <p:cNvPr id="303" name="Google Shape;303;p11"/>
              <p:cNvGrpSpPr/>
              <p:nvPr/>
            </p:nvGrpSpPr>
            <p:grpSpPr>
              <a:xfrm>
                <a:off x="575287" y="-1805003"/>
                <a:ext cx="681217" cy="3360485"/>
                <a:chOff x="1121833" y="-3524490"/>
                <a:chExt cx="1498167" cy="7390555"/>
              </a:xfrm>
            </p:grpSpPr>
            <p:cxnSp>
              <p:nvCxnSpPr>
                <p:cNvPr id="304" name="Google Shape;304;p11"/>
                <p:cNvCxnSpPr/>
                <p:nvPr/>
              </p:nvCxnSpPr>
              <p:spPr>
                <a:xfrm rot="10800000">
                  <a:off x="1121833" y="-3524490"/>
                  <a:ext cx="0" cy="5870700"/>
                </a:xfrm>
                <a:prstGeom prst="straightConnector1">
                  <a:avLst/>
                </a:prstGeom>
                <a:noFill/>
                <a:ln cap="flat" cmpd="sng" w="9525">
                  <a:solidFill>
                    <a:schemeClr val="lt1"/>
                  </a:solidFill>
                  <a:prstDash val="solid"/>
                  <a:round/>
                  <a:headEnd len="med" w="med" type="none"/>
                  <a:tailEnd len="med" w="med" type="none"/>
                </a:ln>
              </p:spPr>
            </p:cxnSp>
            <p:cxnSp>
              <p:nvCxnSpPr>
                <p:cNvPr id="305" name="Google Shape;305;p11"/>
                <p:cNvCxnSpPr/>
                <p:nvPr/>
              </p:nvCxnSpPr>
              <p:spPr>
                <a:xfrm>
                  <a:off x="1121833" y="2348225"/>
                  <a:ext cx="1158600" cy="1141200"/>
                </a:xfrm>
                <a:prstGeom prst="straightConnector1">
                  <a:avLst/>
                </a:prstGeom>
                <a:noFill/>
                <a:ln cap="flat" cmpd="sng" w="9525">
                  <a:solidFill>
                    <a:schemeClr val="lt1"/>
                  </a:solidFill>
                  <a:prstDash val="solid"/>
                  <a:round/>
                  <a:headEnd len="med" w="med" type="none"/>
                  <a:tailEnd len="med" w="med" type="none"/>
                </a:ln>
              </p:spPr>
            </p:cxnSp>
            <p:sp>
              <p:nvSpPr>
                <p:cNvPr id="306" name="Google Shape;306;p11"/>
                <p:cNvSpPr/>
                <p:nvPr/>
              </p:nvSpPr>
              <p:spPr>
                <a:xfrm rot="5400000">
                  <a:off x="2196889" y="3442953"/>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 name="Google Shape;307;p11"/>
              <p:cNvGrpSpPr/>
              <p:nvPr/>
            </p:nvGrpSpPr>
            <p:grpSpPr>
              <a:xfrm flipH="1" rot="5400000">
                <a:off x="6277862" y="5350755"/>
                <a:ext cx="4486819" cy="625122"/>
                <a:chOff x="-78438" y="4073905"/>
                <a:chExt cx="4486819" cy="625122"/>
              </a:xfrm>
            </p:grpSpPr>
            <p:cxnSp>
              <p:nvCxnSpPr>
                <p:cNvPr id="308" name="Google Shape;308;p11"/>
                <p:cNvCxnSpPr/>
                <p:nvPr/>
              </p:nvCxnSpPr>
              <p:spPr>
                <a:xfrm>
                  <a:off x="1857762" y="2762827"/>
                  <a:ext cx="0" cy="3872400"/>
                </a:xfrm>
                <a:prstGeom prst="straightConnector1">
                  <a:avLst/>
                </a:prstGeom>
                <a:noFill/>
                <a:ln cap="flat" cmpd="sng" w="9525">
                  <a:solidFill>
                    <a:schemeClr val="accent1"/>
                  </a:solidFill>
                  <a:prstDash val="solid"/>
                  <a:round/>
                  <a:headEnd len="med" w="med" type="none"/>
                  <a:tailEnd len="med" w="med" type="none"/>
                </a:ln>
              </p:spPr>
            </p:cxnSp>
            <p:cxnSp>
              <p:nvCxnSpPr>
                <p:cNvPr id="309" name="Google Shape;309;p11"/>
                <p:cNvCxnSpPr/>
                <p:nvPr/>
              </p:nvCxnSpPr>
              <p:spPr>
                <a:xfrm rot="-5400000">
                  <a:off x="3788541" y="4241677"/>
                  <a:ext cx="464100" cy="450600"/>
                </a:xfrm>
                <a:prstGeom prst="straightConnector1">
                  <a:avLst/>
                </a:prstGeom>
                <a:noFill/>
                <a:ln cap="flat" cmpd="sng" w="9525">
                  <a:solidFill>
                    <a:schemeClr val="accent1"/>
                  </a:solidFill>
                  <a:prstDash val="solid"/>
                  <a:round/>
                  <a:headEnd len="med" w="med" type="none"/>
                  <a:tailEnd len="med" w="med" type="none"/>
                </a:ln>
              </p:spPr>
            </p:cxnSp>
            <p:sp>
              <p:nvSpPr>
                <p:cNvPr id="310" name="Google Shape;310;p11"/>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 name="Google Shape;311;p11"/>
              <p:cNvGrpSpPr/>
              <p:nvPr/>
            </p:nvGrpSpPr>
            <p:grpSpPr>
              <a:xfrm rot="-5400000">
                <a:off x="8362764" y="67996"/>
                <a:ext cx="493321" cy="357312"/>
                <a:chOff x="1722354" y="229144"/>
                <a:chExt cx="1748744" cy="1266614"/>
              </a:xfrm>
            </p:grpSpPr>
            <p:sp>
              <p:nvSpPr>
                <p:cNvPr id="312" name="Google Shape;312;p11"/>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4" name="Google Shape;314;p11"/>
            <p:cNvGrpSpPr/>
            <p:nvPr/>
          </p:nvGrpSpPr>
          <p:grpSpPr>
            <a:xfrm rot="10800000">
              <a:off x="7090737" y="4224472"/>
              <a:ext cx="681217" cy="3360485"/>
              <a:chOff x="1337800" y="-2525590"/>
              <a:chExt cx="1498167" cy="7390555"/>
            </a:xfrm>
          </p:grpSpPr>
          <p:cxnSp>
            <p:nvCxnSpPr>
              <p:cNvPr id="315" name="Google Shape;315;p11"/>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316" name="Google Shape;316;p11"/>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317" name="Google Shape;317;p11"/>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318" name="Shape 31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19" name="Shape 319"/>
        <p:cNvGrpSpPr/>
        <p:nvPr/>
      </p:nvGrpSpPr>
      <p:grpSpPr>
        <a:xfrm>
          <a:off x="0" y="0"/>
          <a:ext cx="0" cy="0"/>
          <a:chOff x="0" y="0"/>
          <a:chExt cx="0" cy="0"/>
        </a:xfrm>
      </p:grpSpPr>
      <p:sp>
        <p:nvSpPr>
          <p:cNvPr id="320" name="Google Shape;320;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1" name="Google Shape;321;p13"/>
          <p:cNvSpPr txBox="1"/>
          <p:nvPr>
            <p:ph hasCustomPrompt="1" idx="2" type="title"/>
          </p:nvPr>
        </p:nvSpPr>
        <p:spPr>
          <a:xfrm>
            <a:off x="3177356" y="1199529"/>
            <a:ext cx="734700" cy="4938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a:r>
              <a:t>xx%</a:t>
            </a:r>
          </a:p>
        </p:txBody>
      </p:sp>
      <p:sp>
        <p:nvSpPr>
          <p:cNvPr id="322" name="Google Shape;322;p13"/>
          <p:cNvSpPr txBox="1"/>
          <p:nvPr>
            <p:ph hasCustomPrompt="1" idx="3" type="title"/>
          </p:nvPr>
        </p:nvSpPr>
        <p:spPr>
          <a:xfrm>
            <a:off x="3177356" y="2902621"/>
            <a:ext cx="734700" cy="4938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a:r>
              <a:t>xx%</a:t>
            </a:r>
          </a:p>
        </p:txBody>
      </p:sp>
      <p:sp>
        <p:nvSpPr>
          <p:cNvPr id="323" name="Google Shape;323;p13"/>
          <p:cNvSpPr txBox="1"/>
          <p:nvPr>
            <p:ph hasCustomPrompt="1" idx="4" type="title"/>
          </p:nvPr>
        </p:nvSpPr>
        <p:spPr>
          <a:xfrm>
            <a:off x="3177356" y="1767226"/>
            <a:ext cx="734700" cy="4938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a:r>
              <a:t>xx%</a:t>
            </a:r>
          </a:p>
        </p:txBody>
      </p:sp>
      <p:sp>
        <p:nvSpPr>
          <p:cNvPr id="324" name="Google Shape;324;p13"/>
          <p:cNvSpPr txBox="1"/>
          <p:nvPr>
            <p:ph hasCustomPrompt="1" idx="5" type="title"/>
          </p:nvPr>
        </p:nvSpPr>
        <p:spPr>
          <a:xfrm>
            <a:off x="3177356" y="3470319"/>
            <a:ext cx="734700" cy="4938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a:r>
              <a:t>xx%</a:t>
            </a:r>
          </a:p>
        </p:txBody>
      </p:sp>
      <p:sp>
        <p:nvSpPr>
          <p:cNvPr id="325" name="Google Shape;325;p13"/>
          <p:cNvSpPr txBox="1"/>
          <p:nvPr>
            <p:ph hasCustomPrompt="1" idx="6" type="title"/>
          </p:nvPr>
        </p:nvSpPr>
        <p:spPr>
          <a:xfrm>
            <a:off x="3177356" y="2334924"/>
            <a:ext cx="734700" cy="4938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a:r>
              <a:t>xx%</a:t>
            </a:r>
          </a:p>
        </p:txBody>
      </p:sp>
      <p:sp>
        <p:nvSpPr>
          <p:cNvPr id="326" name="Google Shape;326;p13"/>
          <p:cNvSpPr txBox="1"/>
          <p:nvPr>
            <p:ph hasCustomPrompt="1" idx="7" type="title"/>
          </p:nvPr>
        </p:nvSpPr>
        <p:spPr>
          <a:xfrm>
            <a:off x="3177356" y="4038016"/>
            <a:ext cx="734700" cy="4938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SzPts val="3000"/>
              <a:buFont typeface="Raleway ExtraBold"/>
              <a:buNone/>
              <a:defRPr sz="2000">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b="0" sz="300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b="0" sz="300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b="0" sz="300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b="0" sz="300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b="0" sz="300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b="0" sz="300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b="0" sz="300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b="0" sz="3000">
                <a:latin typeface="Raleway ExtraBold"/>
                <a:ea typeface="Raleway ExtraBold"/>
                <a:cs typeface="Raleway ExtraBold"/>
                <a:sym typeface="Raleway ExtraBold"/>
              </a:defRPr>
            </a:lvl9pPr>
          </a:lstStyle>
          <a:p>
            <a:r>
              <a:t>xx%</a:t>
            </a:r>
          </a:p>
        </p:txBody>
      </p:sp>
      <p:sp>
        <p:nvSpPr>
          <p:cNvPr id="327" name="Google Shape;327;p13"/>
          <p:cNvSpPr txBox="1"/>
          <p:nvPr>
            <p:ph idx="1" type="subTitle"/>
          </p:nvPr>
        </p:nvSpPr>
        <p:spPr>
          <a:xfrm>
            <a:off x="4010944" y="1201329"/>
            <a:ext cx="2717700" cy="4902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28" name="Google Shape;328;p13"/>
          <p:cNvSpPr txBox="1"/>
          <p:nvPr>
            <p:ph idx="8" type="subTitle"/>
          </p:nvPr>
        </p:nvSpPr>
        <p:spPr>
          <a:xfrm>
            <a:off x="4010944" y="1769028"/>
            <a:ext cx="2717700" cy="4902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29" name="Google Shape;329;p13"/>
          <p:cNvSpPr txBox="1"/>
          <p:nvPr>
            <p:ph idx="9" type="subTitle"/>
          </p:nvPr>
        </p:nvSpPr>
        <p:spPr>
          <a:xfrm>
            <a:off x="4010944" y="2336727"/>
            <a:ext cx="2717700" cy="4902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30" name="Google Shape;330;p13"/>
          <p:cNvSpPr txBox="1"/>
          <p:nvPr>
            <p:ph idx="13" type="subTitle"/>
          </p:nvPr>
        </p:nvSpPr>
        <p:spPr>
          <a:xfrm>
            <a:off x="4010941" y="2904427"/>
            <a:ext cx="2717700" cy="4902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31" name="Google Shape;331;p13"/>
          <p:cNvSpPr txBox="1"/>
          <p:nvPr>
            <p:ph idx="14" type="subTitle"/>
          </p:nvPr>
        </p:nvSpPr>
        <p:spPr>
          <a:xfrm>
            <a:off x="4010941" y="3472126"/>
            <a:ext cx="2717700" cy="4902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332" name="Google Shape;332;p13"/>
          <p:cNvSpPr txBox="1"/>
          <p:nvPr>
            <p:ph idx="15" type="subTitle"/>
          </p:nvPr>
        </p:nvSpPr>
        <p:spPr>
          <a:xfrm>
            <a:off x="4010941" y="4039825"/>
            <a:ext cx="2717700" cy="4902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333" name="Google Shape;333;p13"/>
          <p:cNvGrpSpPr/>
          <p:nvPr/>
        </p:nvGrpSpPr>
        <p:grpSpPr>
          <a:xfrm>
            <a:off x="377427" y="204425"/>
            <a:ext cx="8916117" cy="4541546"/>
            <a:chOff x="377427" y="204425"/>
            <a:chExt cx="8916117" cy="4541546"/>
          </a:xfrm>
        </p:grpSpPr>
        <p:grpSp>
          <p:nvGrpSpPr>
            <p:cNvPr id="334" name="Google Shape;334;p13"/>
            <p:cNvGrpSpPr/>
            <p:nvPr/>
          </p:nvGrpSpPr>
          <p:grpSpPr>
            <a:xfrm>
              <a:off x="377427" y="3968227"/>
              <a:ext cx="200266" cy="777744"/>
              <a:chOff x="8153327" y="353177"/>
              <a:chExt cx="200266" cy="777744"/>
            </a:xfrm>
          </p:grpSpPr>
          <p:sp>
            <p:nvSpPr>
              <p:cNvPr id="335" name="Google Shape;335;p13"/>
              <p:cNvSpPr/>
              <p:nvPr/>
            </p:nvSpPr>
            <p:spPr>
              <a:xfrm rot="10800000">
                <a:off x="8153327" y="6559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3"/>
              <p:cNvSpPr/>
              <p:nvPr/>
            </p:nvSpPr>
            <p:spPr>
              <a:xfrm rot="10800000">
                <a:off x="8310477" y="353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 name="Google Shape;337;p13"/>
            <p:cNvGrpSpPr/>
            <p:nvPr/>
          </p:nvGrpSpPr>
          <p:grpSpPr>
            <a:xfrm rot="-5400000">
              <a:off x="8807027" y="2115202"/>
              <a:ext cx="206891" cy="766144"/>
              <a:chOff x="8650702" y="1651177"/>
              <a:chExt cx="206891" cy="766144"/>
            </a:xfrm>
          </p:grpSpPr>
          <p:sp>
            <p:nvSpPr>
              <p:cNvPr id="338" name="Google Shape;338;p13"/>
              <p:cNvSpPr/>
              <p:nvPr/>
            </p:nvSpPr>
            <p:spPr>
              <a:xfrm rot="10800000">
                <a:off x="8650702" y="165117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p:nvPr/>
            </p:nvSpPr>
            <p:spPr>
              <a:xfrm rot="10800000">
                <a:off x="8814477"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 name="Google Shape;340;p13"/>
            <p:cNvGrpSpPr/>
            <p:nvPr/>
          </p:nvGrpSpPr>
          <p:grpSpPr>
            <a:xfrm>
              <a:off x="7437187" y="204425"/>
              <a:ext cx="862215" cy="240599"/>
              <a:chOff x="6903462" y="1158900"/>
              <a:chExt cx="862215" cy="240599"/>
            </a:xfrm>
          </p:grpSpPr>
          <p:sp>
            <p:nvSpPr>
              <p:cNvPr id="341" name="Google Shape;341;p13"/>
              <p:cNvSpPr/>
              <p:nvPr/>
            </p:nvSpPr>
            <p:spPr>
              <a:xfrm flipH="1">
                <a:off x="6903462" y="1158900"/>
                <a:ext cx="240599" cy="240599"/>
              </a:xfrm>
              <a:custGeom>
                <a:rect b="b" l="l" r="r" t="t"/>
                <a:pathLst>
                  <a:path extrusionOk="0" fill="none" h="1784" w="1784">
                    <a:moveTo>
                      <a:pt x="1783" y="906"/>
                    </a:moveTo>
                    <a:cubicBezTo>
                      <a:pt x="1783" y="1392"/>
                      <a:pt x="1392" y="1783"/>
                      <a:pt x="877" y="1783"/>
                    </a:cubicBezTo>
                    <a:cubicBezTo>
                      <a:pt x="392" y="1783"/>
                      <a:pt x="0" y="1392"/>
                      <a:pt x="0" y="906"/>
                    </a:cubicBezTo>
                    <a:cubicBezTo>
                      <a:pt x="0" y="428"/>
                      <a:pt x="392" y="0"/>
                      <a:pt x="877" y="0"/>
                    </a:cubicBezTo>
                    <a:cubicBezTo>
                      <a:pt x="1392" y="0"/>
                      <a:pt x="1783" y="428"/>
                      <a:pt x="1783" y="906"/>
                    </a:cubicBezTo>
                    <a:close/>
                  </a:path>
                </a:pathLst>
              </a:custGeom>
              <a:noFill/>
              <a:ln cap="flat" cmpd="sng" w="597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3"/>
              <p:cNvSpPr/>
              <p:nvPr/>
            </p:nvSpPr>
            <p:spPr>
              <a:xfrm flipH="1" rot="5400000">
                <a:off x="7506622" y="1041704"/>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3" name="Google Shape;343;p13"/>
          <p:cNvGrpSpPr/>
          <p:nvPr/>
        </p:nvGrpSpPr>
        <p:grpSpPr>
          <a:xfrm>
            <a:off x="-556748" y="-57000"/>
            <a:ext cx="10429656" cy="3378450"/>
            <a:chOff x="-556748" y="-57000"/>
            <a:chExt cx="10429656" cy="3378450"/>
          </a:xfrm>
        </p:grpSpPr>
        <p:grpSp>
          <p:nvGrpSpPr>
            <p:cNvPr id="344" name="Google Shape;344;p13"/>
            <p:cNvGrpSpPr/>
            <p:nvPr/>
          </p:nvGrpSpPr>
          <p:grpSpPr>
            <a:xfrm flipH="1">
              <a:off x="8221607" y="1714746"/>
              <a:ext cx="493321" cy="357312"/>
              <a:chOff x="1722354" y="229144"/>
              <a:chExt cx="1748744" cy="1266614"/>
            </a:xfrm>
          </p:grpSpPr>
          <p:sp>
            <p:nvSpPr>
              <p:cNvPr id="345" name="Google Shape;345;p1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 name="Google Shape;347;p13"/>
            <p:cNvSpPr/>
            <p:nvPr/>
          </p:nvSpPr>
          <p:spPr>
            <a:xfrm>
              <a:off x="8221600" y="-57000"/>
              <a:ext cx="1027600" cy="3378450"/>
            </a:xfrm>
            <a:custGeom>
              <a:rect b="b" l="l" r="r" t="t"/>
              <a:pathLst>
                <a:path extrusionOk="0" h="135138" w="41104">
                  <a:moveTo>
                    <a:pt x="41104" y="135138"/>
                  </a:moveTo>
                  <a:lnTo>
                    <a:pt x="0" y="111407"/>
                  </a:lnTo>
                  <a:lnTo>
                    <a:pt x="0" y="57500"/>
                  </a:lnTo>
                  <a:lnTo>
                    <a:pt x="12424" y="45076"/>
                  </a:lnTo>
                  <a:lnTo>
                    <a:pt x="12424" y="0"/>
                  </a:lnTo>
                </a:path>
              </a:pathLst>
            </a:custGeom>
            <a:noFill/>
            <a:ln cap="flat" cmpd="sng" w="9525">
              <a:solidFill>
                <a:schemeClr val="accent1"/>
              </a:solidFill>
              <a:prstDash val="solid"/>
              <a:round/>
              <a:headEnd len="med" w="med" type="none"/>
              <a:tailEnd len="med" w="med" type="none"/>
            </a:ln>
          </p:spPr>
        </p:sp>
        <p:grpSp>
          <p:nvGrpSpPr>
            <p:cNvPr id="348" name="Google Shape;348;p13"/>
            <p:cNvGrpSpPr/>
            <p:nvPr/>
          </p:nvGrpSpPr>
          <p:grpSpPr>
            <a:xfrm>
              <a:off x="8527396" y="539490"/>
              <a:ext cx="1345511" cy="273510"/>
              <a:chOff x="-6675" y="2881558"/>
              <a:chExt cx="9140700" cy="2059567"/>
            </a:xfrm>
          </p:grpSpPr>
          <p:cxnSp>
            <p:nvCxnSpPr>
              <p:cNvPr id="349" name="Google Shape;349;p13"/>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0" name="Google Shape;350;p13"/>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1" name="Google Shape;351;p13"/>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2" name="Google Shape;352;p13"/>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3" name="Google Shape;353;p13"/>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nvGrpSpPr>
            <p:cNvPr id="354" name="Google Shape;354;p13"/>
            <p:cNvGrpSpPr/>
            <p:nvPr/>
          </p:nvGrpSpPr>
          <p:grpSpPr>
            <a:xfrm rot="10800000">
              <a:off x="-556748" y="2551975"/>
              <a:ext cx="1029243" cy="273510"/>
              <a:chOff x="-6675" y="2881558"/>
              <a:chExt cx="9140700" cy="2059567"/>
            </a:xfrm>
          </p:grpSpPr>
          <p:cxnSp>
            <p:nvCxnSpPr>
              <p:cNvPr id="355" name="Google Shape;355;p13"/>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6" name="Google Shape;356;p13"/>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7" name="Google Shape;357;p13"/>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8" name="Google Shape;358;p13"/>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59" name="Google Shape;359;p13"/>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360" name="Google Shape;360;p13"/>
          <p:cNvGrpSpPr/>
          <p:nvPr/>
        </p:nvGrpSpPr>
        <p:grpSpPr>
          <a:xfrm>
            <a:off x="-160350" y="1017736"/>
            <a:ext cx="9034618" cy="1344543"/>
            <a:chOff x="-160350" y="1017736"/>
            <a:chExt cx="9034618" cy="1344543"/>
          </a:xfrm>
        </p:grpSpPr>
        <p:sp>
          <p:nvSpPr>
            <p:cNvPr id="361" name="Google Shape;361;p13"/>
            <p:cNvSpPr/>
            <p:nvPr/>
          </p:nvSpPr>
          <p:spPr>
            <a:xfrm rot="10800000">
              <a:off x="8834212" y="10177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3"/>
            <p:cNvSpPr/>
            <p:nvPr/>
          </p:nvSpPr>
          <p:spPr>
            <a:xfrm rot="5400000">
              <a:off x="40062" y="21218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 name="Google Shape;363;p13"/>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
    <p:spTree>
      <p:nvGrpSpPr>
        <p:cNvPr id="364" name="Shape 364"/>
        <p:cNvGrpSpPr/>
        <p:nvPr/>
      </p:nvGrpSpPr>
      <p:grpSpPr>
        <a:xfrm>
          <a:off x="0" y="0"/>
          <a:ext cx="0" cy="0"/>
          <a:chOff x="0" y="0"/>
          <a:chExt cx="0" cy="0"/>
        </a:xfrm>
      </p:grpSpPr>
      <p:sp>
        <p:nvSpPr>
          <p:cNvPr id="365" name="Google Shape;365;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66" name="Google Shape;366;p14"/>
          <p:cNvSpPr txBox="1"/>
          <p:nvPr>
            <p:ph idx="1" type="subTitle"/>
          </p:nvPr>
        </p:nvSpPr>
        <p:spPr>
          <a:xfrm>
            <a:off x="720000" y="1067776"/>
            <a:ext cx="7704000" cy="87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grpSp>
        <p:nvGrpSpPr>
          <p:cNvPr id="367" name="Google Shape;367;p14"/>
          <p:cNvGrpSpPr/>
          <p:nvPr/>
        </p:nvGrpSpPr>
        <p:grpSpPr>
          <a:xfrm>
            <a:off x="248963" y="1017730"/>
            <a:ext cx="8980467" cy="3860780"/>
            <a:chOff x="248963" y="1017730"/>
            <a:chExt cx="8980467" cy="3860780"/>
          </a:xfrm>
        </p:grpSpPr>
        <p:sp>
          <p:nvSpPr>
            <p:cNvPr id="368" name="Google Shape;368;p14"/>
            <p:cNvSpPr/>
            <p:nvPr/>
          </p:nvSpPr>
          <p:spPr>
            <a:xfrm>
              <a:off x="422688" y="131788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4"/>
            <p:cNvSpPr/>
            <p:nvPr/>
          </p:nvSpPr>
          <p:spPr>
            <a:xfrm>
              <a:off x="248963" y="101773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0" name="Google Shape;370;p14"/>
            <p:cNvGrpSpPr/>
            <p:nvPr/>
          </p:nvGrpSpPr>
          <p:grpSpPr>
            <a:xfrm rot="-5400000">
              <a:off x="8742913" y="4391992"/>
              <a:ext cx="206891" cy="766144"/>
              <a:chOff x="8650702" y="3525402"/>
              <a:chExt cx="206891" cy="766144"/>
            </a:xfrm>
          </p:grpSpPr>
          <p:sp>
            <p:nvSpPr>
              <p:cNvPr id="371" name="Google Shape;371;p14"/>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3" name="Google Shape;373;p14"/>
          <p:cNvGrpSpPr/>
          <p:nvPr/>
        </p:nvGrpSpPr>
        <p:grpSpPr>
          <a:xfrm>
            <a:off x="250498" y="1721188"/>
            <a:ext cx="8259948" cy="2990484"/>
            <a:chOff x="250498" y="1721188"/>
            <a:chExt cx="8259948" cy="2990484"/>
          </a:xfrm>
        </p:grpSpPr>
        <p:sp>
          <p:nvSpPr>
            <p:cNvPr id="374" name="Google Shape;374;p14"/>
            <p:cNvSpPr/>
            <p:nvPr/>
          </p:nvSpPr>
          <p:spPr>
            <a:xfrm rot="10800000">
              <a:off x="250498" y="1721188"/>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rot="-5400000">
              <a:off x="8269979" y="4471205"/>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 name="Google Shape;376;p14"/>
          <p:cNvGrpSpPr/>
          <p:nvPr/>
        </p:nvGrpSpPr>
        <p:grpSpPr>
          <a:xfrm>
            <a:off x="-2218609" y="-174950"/>
            <a:ext cx="12004520" cy="8522877"/>
            <a:chOff x="-2218609" y="-174950"/>
            <a:chExt cx="12004520" cy="8522877"/>
          </a:xfrm>
        </p:grpSpPr>
        <p:sp>
          <p:nvSpPr>
            <p:cNvPr id="377" name="Google Shape;377;p14"/>
            <p:cNvSpPr/>
            <p:nvPr/>
          </p:nvSpPr>
          <p:spPr>
            <a:xfrm>
              <a:off x="-2218609" y="-174950"/>
              <a:ext cx="3801167" cy="569934"/>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med" w="med" type="none"/>
              <a:tailEnd len="med" w="med" type="none"/>
            </a:ln>
          </p:spPr>
        </p:sp>
        <p:grpSp>
          <p:nvGrpSpPr>
            <p:cNvPr id="378" name="Google Shape;378;p14"/>
            <p:cNvGrpSpPr/>
            <p:nvPr/>
          </p:nvGrpSpPr>
          <p:grpSpPr>
            <a:xfrm flipH="1" rot="-5400000">
              <a:off x="7449713" y="4739627"/>
              <a:ext cx="493321" cy="357312"/>
              <a:chOff x="1722354" y="229144"/>
              <a:chExt cx="1748744" cy="1266614"/>
            </a:xfrm>
          </p:grpSpPr>
          <p:sp>
            <p:nvSpPr>
              <p:cNvPr id="379" name="Google Shape;379;p1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1" name="Google Shape;381;p14"/>
            <p:cNvSpPr/>
            <p:nvPr/>
          </p:nvSpPr>
          <p:spPr>
            <a:xfrm flipH="1" rot="10800000">
              <a:off x="8147148" y="2028637"/>
              <a:ext cx="1521858" cy="6319290"/>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med" w="med" type="none"/>
              <a:tailEnd len="med" w="med" type="none"/>
            </a:ln>
          </p:spPr>
        </p:sp>
        <p:grpSp>
          <p:nvGrpSpPr>
            <p:cNvPr id="382" name="Google Shape;382;p14"/>
            <p:cNvGrpSpPr/>
            <p:nvPr/>
          </p:nvGrpSpPr>
          <p:grpSpPr>
            <a:xfrm flipH="1">
              <a:off x="8820653" y="3237867"/>
              <a:ext cx="965258" cy="273510"/>
              <a:chOff x="-6675" y="2881558"/>
              <a:chExt cx="9140700" cy="2059567"/>
            </a:xfrm>
          </p:grpSpPr>
          <p:cxnSp>
            <p:nvCxnSpPr>
              <p:cNvPr id="383" name="Google Shape;383;p14"/>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84" name="Google Shape;384;p14"/>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85" name="Google Shape;385;p14"/>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86" name="Google Shape;386;p14"/>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387" name="Google Shape;387;p14"/>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sp>
        <p:nvSpPr>
          <p:cNvPr id="388" name="Google Shape;388;p14"/>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_1">
    <p:spTree>
      <p:nvGrpSpPr>
        <p:cNvPr id="389" name="Shape 389"/>
        <p:cNvGrpSpPr/>
        <p:nvPr/>
      </p:nvGrpSpPr>
      <p:grpSpPr>
        <a:xfrm>
          <a:off x="0" y="0"/>
          <a:ext cx="0" cy="0"/>
          <a:chOff x="0" y="0"/>
          <a:chExt cx="0" cy="0"/>
        </a:xfrm>
      </p:grpSpPr>
      <p:sp>
        <p:nvSpPr>
          <p:cNvPr id="390" name="Google Shape;390;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91" name="Google Shape;391;p15"/>
          <p:cNvSpPr txBox="1"/>
          <p:nvPr>
            <p:ph idx="1" type="subTitle"/>
          </p:nvPr>
        </p:nvSpPr>
        <p:spPr>
          <a:xfrm>
            <a:off x="720000" y="1150950"/>
            <a:ext cx="7704000" cy="298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200"/>
              <a:buChar char="●"/>
              <a:defRPr/>
            </a:lvl1pPr>
            <a:lvl2pPr lvl="1" rtl="0" algn="ctr">
              <a:lnSpc>
                <a:spcPct val="100000"/>
              </a:lnSpc>
              <a:spcBef>
                <a:spcPts val="0"/>
              </a:spcBef>
              <a:spcAft>
                <a:spcPts val="0"/>
              </a:spcAft>
              <a:buSzPts val="1200"/>
              <a:buFont typeface="Nunito Light"/>
              <a:buChar char="○"/>
              <a:defRPr/>
            </a:lvl2pPr>
            <a:lvl3pPr lvl="2" rtl="0" algn="ctr">
              <a:lnSpc>
                <a:spcPct val="100000"/>
              </a:lnSpc>
              <a:spcBef>
                <a:spcPts val="0"/>
              </a:spcBef>
              <a:spcAft>
                <a:spcPts val="0"/>
              </a:spcAft>
              <a:buSzPts val="1200"/>
              <a:buFont typeface="Nunito Light"/>
              <a:buChar char="■"/>
              <a:defRPr/>
            </a:lvl3pPr>
            <a:lvl4pPr lvl="3" rtl="0" algn="ctr">
              <a:lnSpc>
                <a:spcPct val="100000"/>
              </a:lnSpc>
              <a:spcBef>
                <a:spcPts val="0"/>
              </a:spcBef>
              <a:spcAft>
                <a:spcPts val="0"/>
              </a:spcAft>
              <a:buSzPts val="1200"/>
              <a:buFont typeface="Nunito Light"/>
              <a:buChar char="●"/>
              <a:defRPr/>
            </a:lvl4pPr>
            <a:lvl5pPr lvl="4" rtl="0" algn="ctr">
              <a:lnSpc>
                <a:spcPct val="100000"/>
              </a:lnSpc>
              <a:spcBef>
                <a:spcPts val="0"/>
              </a:spcBef>
              <a:spcAft>
                <a:spcPts val="0"/>
              </a:spcAft>
              <a:buSzPts val="1200"/>
              <a:buFont typeface="Nunito Light"/>
              <a:buChar char="○"/>
              <a:defRPr/>
            </a:lvl5pPr>
            <a:lvl6pPr lvl="5" rtl="0" algn="ctr">
              <a:lnSpc>
                <a:spcPct val="100000"/>
              </a:lnSpc>
              <a:spcBef>
                <a:spcPts val="0"/>
              </a:spcBef>
              <a:spcAft>
                <a:spcPts val="0"/>
              </a:spcAft>
              <a:buSzPts val="1200"/>
              <a:buFont typeface="Nunito Light"/>
              <a:buChar char="■"/>
              <a:defRPr/>
            </a:lvl6pPr>
            <a:lvl7pPr lvl="6" rtl="0" algn="ctr">
              <a:lnSpc>
                <a:spcPct val="100000"/>
              </a:lnSpc>
              <a:spcBef>
                <a:spcPts val="0"/>
              </a:spcBef>
              <a:spcAft>
                <a:spcPts val="0"/>
              </a:spcAft>
              <a:buSzPts val="1200"/>
              <a:buFont typeface="Nunito Light"/>
              <a:buChar char="●"/>
              <a:defRPr/>
            </a:lvl7pPr>
            <a:lvl8pPr lvl="7" rtl="0" algn="ctr">
              <a:lnSpc>
                <a:spcPct val="100000"/>
              </a:lnSpc>
              <a:spcBef>
                <a:spcPts val="0"/>
              </a:spcBef>
              <a:spcAft>
                <a:spcPts val="0"/>
              </a:spcAft>
              <a:buSzPts val="1200"/>
              <a:buFont typeface="Nunito Light"/>
              <a:buChar char="○"/>
              <a:defRPr/>
            </a:lvl8pPr>
            <a:lvl9pPr lvl="8" rtl="0" algn="ctr">
              <a:lnSpc>
                <a:spcPct val="100000"/>
              </a:lnSpc>
              <a:spcBef>
                <a:spcPts val="0"/>
              </a:spcBef>
              <a:spcAft>
                <a:spcPts val="0"/>
              </a:spcAft>
              <a:buSzPts val="1200"/>
              <a:buFont typeface="Nunito Light"/>
              <a:buChar char="■"/>
              <a:defRPr/>
            </a:lvl9pPr>
          </a:lstStyle>
          <a:p/>
        </p:txBody>
      </p:sp>
      <p:grpSp>
        <p:nvGrpSpPr>
          <p:cNvPr id="392" name="Google Shape;392;p15"/>
          <p:cNvGrpSpPr/>
          <p:nvPr/>
        </p:nvGrpSpPr>
        <p:grpSpPr>
          <a:xfrm>
            <a:off x="8393651" y="-1627766"/>
            <a:ext cx="614899" cy="2881846"/>
            <a:chOff x="1337784" y="-2525559"/>
            <a:chExt cx="1352318" cy="6337907"/>
          </a:xfrm>
        </p:grpSpPr>
        <p:cxnSp>
          <p:nvCxnSpPr>
            <p:cNvPr id="393" name="Google Shape;393;p15"/>
            <p:cNvCxnSpPr/>
            <p:nvPr/>
          </p:nvCxnSpPr>
          <p:spPr>
            <a:xfrm rot="10800000">
              <a:off x="1337784" y="-2525559"/>
              <a:ext cx="0" cy="4990500"/>
            </a:xfrm>
            <a:prstGeom prst="straightConnector1">
              <a:avLst/>
            </a:prstGeom>
            <a:noFill/>
            <a:ln cap="flat" cmpd="sng" w="9525">
              <a:solidFill>
                <a:schemeClr val="accent2"/>
              </a:solidFill>
              <a:prstDash val="solid"/>
              <a:round/>
              <a:headEnd len="med" w="med" type="none"/>
              <a:tailEnd len="med" w="med" type="none"/>
            </a:ln>
          </p:spPr>
        </p:cxnSp>
        <p:cxnSp>
          <p:nvCxnSpPr>
            <p:cNvPr id="394" name="Google Shape;394;p15"/>
            <p:cNvCxnSpPr/>
            <p:nvPr/>
          </p:nvCxnSpPr>
          <p:spPr>
            <a:xfrm>
              <a:off x="1337784" y="2466654"/>
              <a:ext cx="984900" cy="970200"/>
            </a:xfrm>
            <a:prstGeom prst="straightConnector1">
              <a:avLst/>
            </a:prstGeom>
            <a:noFill/>
            <a:ln cap="flat" cmpd="sng" w="9525">
              <a:solidFill>
                <a:schemeClr val="accent2"/>
              </a:solidFill>
              <a:prstDash val="solid"/>
              <a:round/>
              <a:headEnd len="med" w="med" type="none"/>
              <a:tailEnd len="med" w="med" type="none"/>
            </a:ln>
          </p:spPr>
        </p:cxnSp>
        <p:sp>
          <p:nvSpPr>
            <p:cNvPr id="395" name="Google Shape;395;p15"/>
            <p:cNvSpPr/>
            <p:nvPr/>
          </p:nvSpPr>
          <p:spPr>
            <a:xfrm rot="5400000">
              <a:off x="2266990" y="3389237"/>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 name="Google Shape;396;p15"/>
          <p:cNvGrpSpPr/>
          <p:nvPr/>
        </p:nvGrpSpPr>
        <p:grpSpPr>
          <a:xfrm>
            <a:off x="6485555" y="4129788"/>
            <a:ext cx="269696" cy="1209440"/>
            <a:chOff x="6933883" y="3613321"/>
            <a:chExt cx="269696" cy="1209440"/>
          </a:xfrm>
        </p:grpSpPr>
        <p:sp>
          <p:nvSpPr>
            <p:cNvPr id="397" name="Google Shape;397;p15"/>
            <p:cNvSpPr/>
            <p:nvPr/>
          </p:nvSpPr>
          <p:spPr>
            <a:xfrm rot="10800000">
              <a:off x="7160463" y="4347766"/>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5"/>
            <p:cNvSpPr/>
            <p:nvPr/>
          </p:nvSpPr>
          <p:spPr>
            <a:xfrm rot="10800000">
              <a:off x="6933883" y="3613321"/>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9" name="Google Shape;399;p15"/>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00" name="Shape 400"/>
        <p:cNvGrpSpPr/>
        <p:nvPr/>
      </p:nvGrpSpPr>
      <p:grpSpPr>
        <a:xfrm>
          <a:off x="0" y="0"/>
          <a:ext cx="0" cy="0"/>
          <a:chOff x="0" y="0"/>
          <a:chExt cx="0" cy="0"/>
        </a:xfrm>
      </p:grpSpPr>
      <p:sp>
        <p:nvSpPr>
          <p:cNvPr id="401" name="Google Shape;401;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2" name="Google Shape;402;p16"/>
          <p:cNvSpPr txBox="1"/>
          <p:nvPr>
            <p:ph idx="1" type="subTitle"/>
          </p:nvPr>
        </p:nvSpPr>
        <p:spPr>
          <a:xfrm>
            <a:off x="1090025" y="2438273"/>
            <a:ext cx="22602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03" name="Google Shape;403;p16"/>
          <p:cNvSpPr txBox="1"/>
          <p:nvPr>
            <p:ph idx="2" type="subTitle"/>
          </p:nvPr>
        </p:nvSpPr>
        <p:spPr>
          <a:xfrm>
            <a:off x="3501725" y="2438273"/>
            <a:ext cx="22602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04" name="Google Shape;404;p16"/>
          <p:cNvSpPr txBox="1"/>
          <p:nvPr>
            <p:ph idx="3" type="subTitle"/>
          </p:nvPr>
        </p:nvSpPr>
        <p:spPr>
          <a:xfrm>
            <a:off x="5913431" y="2438273"/>
            <a:ext cx="22602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05" name="Google Shape;405;p16"/>
          <p:cNvSpPr txBox="1"/>
          <p:nvPr>
            <p:ph idx="4" type="subTitle"/>
          </p:nvPr>
        </p:nvSpPr>
        <p:spPr>
          <a:xfrm>
            <a:off x="1090025" y="2029925"/>
            <a:ext cx="2260200" cy="480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06" name="Google Shape;406;p16"/>
          <p:cNvSpPr txBox="1"/>
          <p:nvPr>
            <p:ph idx="5" type="subTitle"/>
          </p:nvPr>
        </p:nvSpPr>
        <p:spPr>
          <a:xfrm>
            <a:off x="3501728" y="2029925"/>
            <a:ext cx="2260200" cy="480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07" name="Google Shape;407;p16"/>
          <p:cNvSpPr txBox="1"/>
          <p:nvPr>
            <p:ph idx="6" type="subTitle"/>
          </p:nvPr>
        </p:nvSpPr>
        <p:spPr>
          <a:xfrm>
            <a:off x="5913432" y="2029925"/>
            <a:ext cx="2260200" cy="480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408" name="Google Shape;408;p16"/>
          <p:cNvGrpSpPr/>
          <p:nvPr/>
        </p:nvGrpSpPr>
        <p:grpSpPr>
          <a:xfrm>
            <a:off x="188277" y="445029"/>
            <a:ext cx="8669349" cy="4596267"/>
            <a:chOff x="188277" y="445029"/>
            <a:chExt cx="8669349" cy="4596267"/>
          </a:xfrm>
        </p:grpSpPr>
        <p:sp>
          <p:nvSpPr>
            <p:cNvPr id="409" name="Google Shape;409;p16"/>
            <p:cNvSpPr/>
            <p:nvPr/>
          </p:nvSpPr>
          <p:spPr>
            <a:xfrm rot="10800000">
              <a:off x="8615635" y="6844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6"/>
            <p:cNvSpPr/>
            <p:nvPr/>
          </p:nvSpPr>
          <p:spPr>
            <a:xfrm rot="10800000">
              <a:off x="8814510" y="4450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1" name="Google Shape;411;p16"/>
            <p:cNvGrpSpPr/>
            <p:nvPr/>
          </p:nvGrpSpPr>
          <p:grpSpPr>
            <a:xfrm>
              <a:off x="188277" y="4275152"/>
              <a:ext cx="206891" cy="766144"/>
              <a:chOff x="8650702" y="3525402"/>
              <a:chExt cx="206891" cy="766144"/>
            </a:xfrm>
          </p:grpSpPr>
          <p:sp>
            <p:nvSpPr>
              <p:cNvPr id="412" name="Google Shape;412;p16"/>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6"/>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4" name="Google Shape;414;p16"/>
          <p:cNvGrpSpPr/>
          <p:nvPr/>
        </p:nvGrpSpPr>
        <p:grpSpPr>
          <a:xfrm>
            <a:off x="478250" y="1380581"/>
            <a:ext cx="8298985" cy="1930684"/>
            <a:chOff x="478250" y="1380581"/>
            <a:chExt cx="8298985" cy="1930684"/>
          </a:xfrm>
        </p:grpSpPr>
        <p:sp>
          <p:nvSpPr>
            <p:cNvPr id="415" name="Google Shape;415;p16"/>
            <p:cNvSpPr/>
            <p:nvPr/>
          </p:nvSpPr>
          <p:spPr>
            <a:xfrm rot="10800000">
              <a:off x="8737179" y="138058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6"/>
            <p:cNvSpPr/>
            <p:nvPr/>
          </p:nvSpPr>
          <p:spPr>
            <a:xfrm rot="10800000">
              <a:off x="478250" y="287038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 name="Google Shape;417;p16"/>
          <p:cNvGrpSpPr/>
          <p:nvPr/>
        </p:nvGrpSpPr>
        <p:grpSpPr>
          <a:xfrm>
            <a:off x="260198" y="-534009"/>
            <a:ext cx="8742927" cy="5946659"/>
            <a:chOff x="260198" y="-534009"/>
            <a:chExt cx="8742927" cy="5946659"/>
          </a:xfrm>
        </p:grpSpPr>
        <p:grpSp>
          <p:nvGrpSpPr>
            <p:cNvPr id="418" name="Google Shape;418;p16"/>
            <p:cNvGrpSpPr/>
            <p:nvPr/>
          </p:nvGrpSpPr>
          <p:grpSpPr>
            <a:xfrm flipH="1" rot="5400000">
              <a:off x="7247712" y="-188135"/>
              <a:ext cx="965258" cy="273510"/>
              <a:chOff x="-6675" y="2881558"/>
              <a:chExt cx="9140700" cy="2059567"/>
            </a:xfrm>
          </p:grpSpPr>
          <p:cxnSp>
            <p:nvCxnSpPr>
              <p:cNvPr id="419" name="Google Shape;419;p16"/>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20" name="Google Shape;420;p16"/>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21" name="Google Shape;421;p16"/>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22" name="Google Shape;422;p16"/>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23" name="Google Shape;423;p16"/>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424" name="Google Shape;424;p16"/>
            <p:cNvSpPr/>
            <p:nvPr/>
          </p:nvSpPr>
          <p:spPr>
            <a:xfrm>
              <a:off x="5746750" y="-5700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med" w="med" type="none"/>
              <a:tailEnd len="med" w="med" type="none"/>
            </a:ln>
          </p:spPr>
        </p:sp>
        <p:grpSp>
          <p:nvGrpSpPr>
            <p:cNvPr id="425" name="Google Shape;425;p16"/>
            <p:cNvGrpSpPr/>
            <p:nvPr/>
          </p:nvGrpSpPr>
          <p:grpSpPr>
            <a:xfrm>
              <a:off x="260198" y="3089575"/>
              <a:ext cx="493321" cy="2323075"/>
              <a:chOff x="260198" y="3089575"/>
              <a:chExt cx="493321" cy="2323075"/>
            </a:xfrm>
          </p:grpSpPr>
          <p:grpSp>
            <p:nvGrpSpPr>
              <p:cNvPr id="426" name="Google Shape;426;p16"/>
              <p:cNvGrpSpPr/>
              <p:nvPr/>
            </p:nvGrpSpPr>
            <p:grpSpPr>
              <a:xfrm rot="10800000">
                <a:off x="260198" y="3645746"/>
                <a:ext cx="493321" cy="357312"/>
                <a:chOff x="1722354" y="229144"/>
                <a:chExt cx="1748744" cy="1266614"/>
              </a:xfrm>
            </p:grpSpPr>
            <p:sp>
              <p:nvSpPr>
                <p:cNvPr id="427" name="Google Shape;427;p16"/>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6"/>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9" name="Google Shape;429;p16"/>
              <p:cNvSpPr/>
              <p:nvPr/>
            </p:nvSpPr>
            <p:spPr>
              <a:xfrm>
                <a:off x="260200" y="3089575"/>
                <a:ext cx="476150" cy="2323075"/>
              </a:xfrm>
              <a:custGeom>
                <a:rect b="b" l="l" r="r" t="t"/>
                <a:pathLst>
                  <a:path extrusionOk="0" h="92923" w="19046">
                    <a:moveTo>
                      <a:pt x="0" y="0"/>
                    </a:moveTo>
                    <a:lnTo>
                      <a:pt x="0" y="36635"/>
                    </a:lnTo>
                    <a:lnTo>
                      <a:pt x="19046" y="55681"/>
                    </a:lnTo>
                    <a:lnTo>
                      <a:pt x="19046" y="92923"/>
                    </a:lnTo>
                  </a:path>
                </a:pathLst>
              </a:custGeom>
              <a:noFill/>
              <a:ln cap="flat" cmpd="sng" w="9525">
                <a:solidFill>
                  <a:schemeClr val="accent1"/>
                </a:solidFill>
                <a:prstDash val="solid"/>
                <a:round/>
                <a:headEnd len="med" w="med" type="none"/>
                <a:tailEnd len="med" w="med" type="none"/>
              </a:ln>
            </p:spPr>
          </p:sp>
        </p:grpSp>
      </p:grpSp>
      <p:sp>
        <p:nvSpPr>
          <p:cNvPr id="430" name="Google Shape;430;p16"/>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31" name="Shape 431"/>
        <p:cNvGrpSpPr/>
        <p:nvPr/>
      </p:nvGrpSpPr>
      <p:grpSpPr>
        <a:xfrm>
          <a:off x="0" y="0"/>
          <a:ext cx="0" cy="0"/>
          <a:chOff x="0" y="0"/>
          <a:chExt cx="0" cy="0"/>
        </a:xfrm>
      </p:grpSpPr>
      <p:sp>
        <p:nvSpPr>
          <p:cNvPr id="432" name="Google Shape;432;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433" name="Google Shape;433;p17"/>
          <p:cNvSpPr txBox="1"/>
          <p:nvPr>
            <p:ph idx="1" type="subTitle"/>
          </p:nvPr>
        </p:nvSpPr>
        <p:spPr>
          <a:xfrm>
            <a:off x="1253224" y="1770100"/>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4" name="Google Shape;434;p17"/>
          <p:cNvSpPr txBox="1"/>
          <p:nvPr>
            <p:ph idx="2" type="subTitle"/>
          </p:nvPr>
        </p:nvSpPr>
        <p:spPr>
          <a:xfrm>
            <a:off x="5079776" y="1770100"/>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5" name="Google Shape;435;p17"/>
          <p:cNvSpPr txBox="1"/>
          <p:nvPr>
            <p:ph idx="3" type="subTitle"/>
          </p:nvPr>
        </p:nvSpPr>
        <p:spPr>
          <a:xfrm>
            <a:off x="1253224" y="3281700"/>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6" name="Google Shape;436;p17"/>
          <p:cNvSpPr txBox="1"/>
          <p:nvPr>
            <p:ph idx="4" type="subTitle"/>
          </p:nvPr>
        </p:nvSpPr>
        <p:spPr>
          <a:xfrm>
            <a:off x="5079776" y="3281700"/>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7" name="Google Shape;437;p17"/>
          <p:cNvSpPr txBox="1"/>
          <p:nvPr>
            <p:ph idx="5" type="subTitle"/>
          </p:nvPr>
        </p:nvSpPr>
        <p:spPr>
          <a:xfrm>
            <a:off x="1253225" y="1316050"/>
            <a:ext cx="2811000" cy="516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38" name="Google Shape;438;p17"/>
          <p:cNvSpPr txBox="1"/>
          <p:nvPr>
            <p:ph idx="6" type="subTitle"/>
          </p:nvPr>
        </p:nvSpPr>
        <p:spPr>
          <a:xfrm>
            <a:off x="1253225" y="2827725"/>
            <a:ext cx="2811000" cy="516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39" name="Google Shape;439;p17"/>
          <p:cNvSpPr txBox="1"/>
          <p:nvPr>
            <p:ph idx="7" type="subTitle"/>
          </p:nvPr>
        </p:nvSpPr>
        <p:spPr>
          <a:xfrm>
            <a:off x="5079750" y="1316050"/>
            <a:ext cx="2811000" cy="516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40" name="Google Shape;440;p17"/>
          <p:cNvSpPr txBox="1"/>
          <p:nvPr>
            <p:ph idx="8" type="subTitle"/>
          </p:nvPr>
        </p:nvSpPr>
        <p:spPr>
          <a:xfrm>
            <a:off x="5079750" y="2827725"/>
            <a:ext cx="2811000" cy="516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441" name="Google Shape;441;p17"/>
          <p:cNvGrpSpPr/>
          <p:nvPr/>
        </p:nvGrpSpPr>
        <p:grpSpPr>
          <a:xfrm>
            <a:off x="487075" y="3743425"/>
            <a:ext cx="8733034" cy="1098995"/>
            <a:chOff x="487075" y="3743425"/>
            <a:chExt cx="8733034" cy="1098995"/>
          </a:xfrm>
        </p:grpSpPr>
        <p:sp>
          <p:nvSpPr>
            <p:cNvPr id="442" name="Google Shape;442;p17"/>
            <p:cNvSpPr/>
            <p:nvPr/>
          </p:nvSpPr>
          <p:spPr>
            <a:xfrm rot="5400000">
              <a:off x="8961054" y="372636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7"/>
            <p:cNvSpPr/>
            <p:nvPr/>
          </p:nvSpPr>
          <p:spPr>
            <a:xfrm rot="5400000">
              <a:off x="8721654" y="35274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4" name="Google Shape;444;p17"/>
            <p:cNvGrpSpPr/>
            <p:nvPr/>
          </p:nvGrpSpPr>
          <p:grpSpPr>
            <a:xfrm rot="5400000">
              <a:off x="766702" y="4355902"/>
              <a:ext cx="206891" cy="766144"/>
              <a:chOff x="8650702" y="3525402"/>
              <a:chExt cx="206891" cy="766144"/>
            </a:xfrm>
          </p:grpSpPr>
          <p:sp>
            <p:nvSpPr>
              <p:cNvPr id="445" name="Google Shape;445;p17"/>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7"/>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7" name="Google Shape;447;p17"/>
          <p:cNvGrpSpPr/>
          <p:nvPr/>
        </p:nvGrpSpPr>
        <p:grpSpPr>
          <a:xfrm>
            <a:off x="197650" y="1003129"/>
            <a:ext cx="8689509" cy="2910487"/>
            <a:chOff x="197650" y="1003129"/>
            <a:chExt cx="8689509" cy="2910487"/>
          </a:xfrm>
        </p:grpSpPr>
        <p:sp>
          <p:nvSpPr>
            <p:cNvPr id="448" name="Google Shape;448;p17"/>
            <p:cNvSpPr/>
            <p:nvPr/>
          </p:nvSpPr>
          <p:spPr>
            <a:xfrm>
              <a:off x="8847104" y="1003129"/>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7"/>
            <p:cNvSpPr/>
            <p:nvPr/>
          </p:nvSpPr>
          <p:spPr>
            <a:xfrm rot="10800000">
              <a:off x="197650" y="34727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 name="Google Shape;450;p17"/>
          <p:cNvGrpSpPr/>
          <p:nvPr/>
        </p:nvGrpSpPr>
        <p:grpSpPr>
          <a:xfrm>
            <a:off x="-30950" y="-166792"/>
            <a:ext cx="9501942" cy="5231667"/>
            <a:chOff x="-30950" y="-166792"/>
            <a:chExt cx="9501942" cy="5231667"/>
          </a:xfrm>
        </p:grpSpPr>
        <p:grpSp>
          <p:nvGrpSpPr>
            <p:cNvPr id="451" name="Google Shape;451;p17"/>
            <p:cNvGrpSpPr/>
            <p:nvPr/>
          </p:nvGrpSpPr>
          <p:grpSpPr>
            <a:xfrm rot="-5400000">
              <a:off x="8362773" y="2998996"/>
              <a:ext cx="493321" cy="357312"/>
              <a:chOff x="1722354" y="229144"/>
              <a:chExt cx="1748744" cy="1266614"/>
            </a:xfrm>
          </p:grpSpPr>
          <p:sp>
            <p:nvSpPr>
              <p:cNvPr id="452" name="Google Shape;452;p17"/>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7"/>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 name="Google Shape;454;p17"/>
            <p:cNvGrpSpPr/>
            <p:nvPr/>
          </p:nvGrpSpPr>
          <p:grpSpPr>
            <a:xfrm flipH="1" rot="10800000">
              <a:off x="8505734" y="1680044"/>
              <a:ext cx="965258" cy="273510"/>
              <a:chOff x="-6675" y="2881558"/>
              <a:chExt cx="9140700" cy="2059567"/>
            </a:xfrm>
          </p:grpSpPr>
          <p:cxnSp>
            <p:nvCxnSpPr>
              <p:cNvPr id="455" name="Google Shape;455;p17"/>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56" name="Google Shape;456;p17"/>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57" name="Google Shape;457;p17"/>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58" name="Google Shape;458;p17"/>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59" name="Google Shape;459;p17"/>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460" name="Google Shape;460;p17"/>
            <p:cNvSpPr/>
            <p:nvPr/>
          </p:nvSpPr>
          <p:spPr>
            <a:xfrm rot="5400000">
              <a:off x="7121670" y="121727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med" w="med" type="none"/>
              <a:tailEnd len="med" w="med" type="none"/>
            </a:ln>
          </p:spPr>
        </p:sp>
        <p:sp>
          <p:nvSpPr>
            <p:cNvPr id="461" name="Google Shape;461;p17"/>
            <p:cNvSpPr/>
            <p:nvPr/>
          </p:nvSpPr>
          <p:spPr>
            <a:xfrm>
              <a:off x="-30950" y="2650075"/>
              <a:ext cx="581550" cy="2414800"/>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med" w="med" type="none"/>
              <a:tailEnd len="med" w="med" type="none"/>
            </a:ln>
          </p:spPr>
        </p:sp>
      </p:grpSp>
      <p:sp>
        <p:nvSpPr>
          <p:cNvPr id="462" name="Google Shape;462;p17"/>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63" name="Shape 463"/>
        <p:cNvGrpSpPr/>
        <p:nvPr/>
      </p:nvGrpSpPr>
      <p:grpSpPr>
        <a:xfrm>
          <a:off x="0" y="0"/>
          <a:ext cx="0" cy="0"/>
          <a:chOff x="0" y="0"/>
          <a:chExt cx="0" cy="0"/>
        </a:xfrm>
      </p:grpSpPr>
      <p:sp>
        <p:nvSpPr>
          <p:cNvPr id="464" name="Google Shape;464;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p:txBody>
      </p:sp>
      <p:sp>
        <p:nvSpPr>
          <p:cNvPr id="465" name="Google Shape;465;p18"/>
          <p:cNvSpPr txBox="1"/>
          <p:nvPr>
            <p:ph idx="1" type="subTitle"/>
          </p:nvPr>
        </p:nvSpPr>
        <p:spPr>
          <a:xfrm>
            <a:off x="1182950" y="1729925"/>
            <a:ext cx="1986000" cy="100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66" name="Google Shape;466;p18"/>
          <p:cNvSpPr txBox="1"/>
          <p:nvPr>
            <p:ph idx="2" type="subTitle"/>
          </p:nvPr>
        </p:nvSpPr>
        <p:spPr>
          <a:xfrm>
            <a:off x="3580856" y="1729934"/>
            <a:ext cx="1986000" cy="100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67" name="Google Shape;467;p18"/>
          <p:cNvSpPr txBox="1"/>
          <p:nvPr>
            <p:ph idx="3" type="subTitle"/>
          </p:nvPr>
        </p:nvSpPr>
        <p:spPr>
          <a:xfrm>
            <a:off x="1182950" y="3419050"/>
            <a:ext cx="1986000" cy="100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68" name="Google Shape;468;p18"/>
          <p:cNvSpPr txBox="1"/>
          <p:nvPr>
            <p:ph idx="4" type="subTitle"/>
          </p:nvPr>
        </p:nvSpPr>
        <p:spPr>
          <a:xfrm>
            <a:off x="3579000" y="3419050"/>
            <a:ext cx="1986000" cy="100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69" name="Google Shape;469;p18"/>
          <p:cNvSpPr txBox="1"/>
          <p:nvPr>
            <p:ph idx="5" type="subTitle"/>
          </p:nvPr>
        </p:nvSpPr>
        <p:spPr>
          <a:xfrm>
            <a:off x="5975050" y="1729934"/>
            <a:ext cx="1986000" cy="100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70" name="Google Shape;470;p18"/>
          <p:cNvSpPr txBox="1"/>
          <p:nvPr>
            <p:ph idx="6" type="subTitle"/>
          </p:nvPr>
        </p:nvSpPr>
        <p:spPr>
          <a:xfrm>
            <a:off x="5975050" y="3419050"/>
            <a:ext cx="1986000" cy="100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71" name="Google Shape;471;p18"/>
          <p:cNvSpPr txBox="1"/>
          <p:nvPr>
            <p:ph idx="7" type="subTitle"/>
          </p:nvPr>
        </p:nvSpPr>
        <p:spPr>
          <a:xfrm>
            <a:off x="1190750" y="1396451"/>
            <a:ext cx="1978200" cy="465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2" name="Google Shape;472;p18"/>
          <p:cNvSpPr txBox="1"/>
          <p:nvPr>
            <p:ph idx="8" type="subTitle"/>
          </p:nvPr>
        </p:nvSpPr>
        <p:spPr>
          <a:xfrm>
            <a:off x="3584756" y="1396458"/>
            <a:ext cx="1978200" cy="465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3" name="Google Shape;473;p18"/>
          <p:cNvSpPr txBox="1"/>
          <p:nvPr>
            <p:ph idx="9" type="subTitle"/>
          </p:nvPr>
        </p:nvSpPr>
        <p:spPr>
          <a:xfrm>
            <a:off x="5978950" y="1396458"/>
            <a:ext cx="1978200" cy="465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4" name="Google Shape;474;p18"/>
          <p:cNvSpPr txBox="1"/>
          <p:nvPr>
            <p:ph idx="13" type="subTitle"/>
          </p:nvPr>
        </p:nvSpPr>
        <p:spPr>
          <a:xfrm>
            <a:off x="1182950" y="3082550"/>
            <a:ext cx="1986000" cy="46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5" name="Google Shape;475;p18"/>
          <p:cNvSpPr txBox="1"/>
          <p:nvPr>
            <p:ph idx="14" type="subTitle"/>
          </p:nvPr>
        </p:nvSpPr>
        <p:spPr>
          <a:xfrm>
            <a:off x="3584758" y="3082550"/>
            <a:ext cx="1978200" cy="46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sp>
        <p:nvSpPr>
          <p:cNvPr id="476" name="Google Shape;476;p18"/>
          <p:cNvSpPr txBox="1"/>
          <p:nvPr>
            <p:ph idx="15" type="subTitle"/>
          </p:nvPr>
        </p:nvSpPr>
        <p:spPr>
          <a:xfrm>
            <a:off x="5978948" y="3082550"/>
            <a:ext cx="1978200" cy="46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6pPr>
            <a:lvl7pPr lvl="6"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7pPr>
            <a:lvl8pPr lvl="7"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8pPr>
            <a:lvl9pPr lvl="8" rtl="0"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9pPr>
          </a:lstStyle>
          <a:p/>
        </p:txBody>
      </p:sp>
      <p:grpSp>
        <p:nvGrpSpPr>
          <p:cNvPr id="477" name="Google Shape;477;p18"/>
          <p:cNvGrpSpPr/>
          <p:nvPr/>
        </p:nvGrpSpPr>
        <p:grpSpPr>
          <a:xfrm>
            <a:off x="-173589" y="2054902"/>
            <a:ext cx="8977956" cy="875138"/>
            <a:chOff x="-173589" y="2054902"/>
            <a:chExt cx="8977956" cy="875138"/>
          </a:xfrm>
        </p:grpSpPr>
        <p:sp>
          <p:nvSpPr>
            <p:cNvPr id="478" name="Google Shape;478;p18"/>
            <p:cNvSpPr/>
            <p:nvPr/>
          </p:nvSpPr>
          <p:spPr>
            <a:xfrm flipH="1" rot="-5400000">
              <a:off x="157300" y="26709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8"/>
            <p:cNvSpPr/>
            <p:nvPr/>
          </p:nvSpPr>
          <p:spPr>
            <a:xfrm flipH="1" rot="-5400000">
              <a:off x="42350" y="242358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0" name="Google Shape;480;p18"/>
            <p:cNvGrpSpPr/>
            <p:nvPr/>
          </p:nvGrpSpPr>
          <p:grpSpPr>
            <a:xfrm flipH="1" rot="10800000">
              <a:off x="8597477" y="2054902"/>
              <a:ext cx="206891" cy="766144"/>
              <a:chOff x="8650702" y="3525402"/>
              <a:chExt cx="206891" cy="766144"/>
            </a:xfrm>
          </p:grpSpPr>
          <p:sp>
            <p:nvSpPr>
              <p:cNvPr id="481" name="Google Shape;481;p18"/>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8"/>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3" name="Google Shape;483;p18"/>
          <p:cNvGrpSpPr/>
          <p:nvPr/>
        </p:nvGrpSpPr>
        <p:grpSpPr>
          <a:xfrm>
            <a:off x="756786" y="700836"/>
            <a:ext cx="8183234" cy="4589198"/>
            <a:chOff x="756786" y="700836"/>
            <a:chExt cx="8183234" cy="4589198"/>
          </a:xfrm>
        </p:grpSpPr>
        <p:sp>
          <p:nvSpPr>
            <p:cNvPr id="484" name="Google Shape;484;p18"/>
            <p:cNvSpPr/>
            <p:nvPr/>
          </p:nvSpPr>
          <p:spPr>
            <a:xfrm flipH="1">
              <a:off x="756786" y="4849154"/>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8"/>
            <p:cNvSpPr/>
            <p:nvPr/>
          </p:nvSpPr>
          <p:spPr>
            <a:xfrm flipH="1" rot="10800000">
              <a:off x="8899964" y="7008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6" name="Google Shape;486;p18"/>
          <p:cNvGrpSpPr/>
          <p:nvPr/>
        </p:nvGrpSpPr>
        <p:grpSpPr>
          <a:xfrm>
            <a:off x="-418722" y="-549400"/>
            <a:ext cx="9906875" cy="5811597"/>
            <a:chOff x="-418722" y="-549400"/>
            <a:chExt cx="9906875" cy="5811597"/>
          </a:xfrm>
        </p:grpSpPr>
        <p:grpSp>
          <p:nvGrpSpPr>
            <p:cNvPr id="487" name="Google Shape;487;p18"/>
            <p:cNvGrpSpPr/>
            <p:nvPr/>
          </p:nvGrpSpPr>
          <p:grpSpPr>
            <a:xfrm flipH="1" rot="10800000">
              <a:off x="8269288" y="182196"/>
              <a:ext cx="493321" cy="357312"/>
              <a:chOff x="1722354" y="229144"/>
              <a:chExt cx="1748744" cy="1266614"/>
            </a:xfrm>
          </p:grpSpPr>
          <p:sp>
            <p:nvSpPr>
              <p:cNvPr id="488" name="Google Shape;488;p18"/>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8"/>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0" name="Google Shape;490;p18"/>
            <p:cNvGrpSpPr/>
            <p:nvPr/>
          </p:nvGrpSpPr>
          <p:grpSpPr>
            <a:xfrm rot="10800000">
              <a:off x="-418722" y="3973294"/>
              <a:ext cx="965258" cy="273510"/>
              <a:chOff x="-6675" y="2881558"/>
              <a:chExt cx="9140700" cy="2059567"/>
            </a:xfrm>
          </p:grpSpPr>
          <p:cxnSp>
            <p:nvCxnSpPr>
              <p:cNvPr id="491" name="Google Shape;491;p18"/>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92" name="Google Shape;492;p18"/>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93" name="Google Shape;493;p18"/>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94" name="Google Shape;494;p18"/>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495" name="Google Shape;495;p18"/>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496" name="Google Shape;496;p18"/>
            <p:cNvSpPr/>
            <p:nvPr/>
          </p:nvSpPr>
          <p:spPr>
            <a:xfrm flipH="1" rot="-5400000">
              <a:off x="-642564" y="4073091"/>
              <a:ext cx="2068124" cy="310088"/>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med" w="med" type="none"/>
              <a:tailEnd len="med" w="med" type="none"/>
            </a:ln>
          </p:spPr>
        </p:sp>
        <p:sp>
          <p:nvSpPr>
            <p:cNvPr id="497" name="Google Shape;497;p18"/>
            <p:cNvSpPr/>
            <p:nvPr/>
          </p:nvSpPr>
          <p:spPr>
            <a:xfrm flipH="1">
              <a:off x="8573201" y="-549400"/>
              <a:ext cx="914953" cy="3799205"/>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med" w="med" type="none"/>
              <a:tailEnd len="med" w="med" type="none"/>
            </a:ln>
          </p:spPr>
        </p:sp>
      </p:grpSp>
      <p:sp>
        <p:nvSpPr>
          <p:cNvPr id="498" name="Google Shape;498;p18"/>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99" name="Shape 499"/>
        <p:cNvGrpSpPr/>
        <p:nvPr/>
      </p:nvGrpSpPr>
      <p:grpSpPr>
        <a:xfrm>
          <a:off x="0" y="0"/>
          <a:ext cx="0" cy="0"/>
          <a:chOff x="0" y="0"/>
          <a:chExt cx="0" cy="0"/>
        </a:xfrm>
      </p:grpSpPr>
      <p:sp>
        <p:nvSpPr>
          <p:cNvPr id="500" name="Google Shape;500;p19"/>
          <p:cNvSpPr txBox="1"/>
          <p:nvPr>
            <p:ph hasCustomPrompt="1" type="title"/>
          </p:nvPr>
        </p:nvSpPr>
        <p:spPr>
          <a:xfrm>
            <a:off x="1022225" y="2965495"/>
            <a:ext cx="3382500" cy="7689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a:r>
              <a:t>xx%</a:t>
            </a:r>
          </a:p>
        </p:txBody>
      </p:sp>
      <p:sp>
        <p:nvSpPr>
          <p:cNvPr id="501" name="Google Shape;501;p19"/>
          <p:cNvSpPr txBox="1"/>
          <p:nvPr>
            <p:ph idx="1" type="subTitle"/>
          </p:nvPr>
        </p:nvSpPr>
        <p:spPr>
          <a:xfrm>
            <a:off x="1022225" y="3740150"/>
            <a:ext cx="3382500" cy="3825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502" name="Google Shape;502;p19"/>
          <p:cNvSpPr txBox="1"/>
          <p:nvPr>
            <p:ph hasCustomPrompt="1" idx="2" type="title"/>
          </p:nvPr>
        </p:nvSpPr>
        <p:spPr>
          <a:xfrm>
            <a:off x="3035252" y="1320175"/>
            <a:ext cx="3382500" cy="7689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a:r>
              <a:t>xx%</a:t>
            </a:r>
          </a:p>
        </p:txBody>
      </p:sp>
      <p:sp>
        <p:nvSpPr>
          <p:cNvPr id="503" name="Google Shape;503;p19"/>
          <p:cNvSpPr txBox="1"/>
          <p:nvPr>
            <p:ph idx="3" type="subTitle"/>
          </p:nvPr>
        </p:nvSpPr>
        <p:spPr>
          <a:xfrm>
            <a:off x="3035252" y="2095118"/>
            <a:ext cx="3382500" cy="3825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504" name="Google Shape;504;p19"/>
          <p:cNvSpPr txBox="1"/>
          <p:nvPr>
            <p:ph hasCustomPrompt="1" idx="4" type="title"/>
          </p:nvPr>
        </p:nvSpPr>
        <p:spPr>
          <a:xfrm>
            <a:off x="5048280" y="2965495"/>
            <a:ext cx="3382500" cy="768900"/>
          </a:xfrm>
          <a:prstGeom prst="rect">
            <a:avLst/>
          </a:prstGeom>
          <a:solidFill>
            <a:srgbClr val="FFFFFF">
              <a:alpha val="7500"/>
            </a:srgbClr>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Font typeface="Raleway ExtraBold"/>
              <a:buNone/>
              <a:defRPr sz="4100">
                <a:solidFill>
                  <a:schemeClr val="lt1"/>
                </a:solidFill>
                <a:latin typeface="Raleway ExtraBold"/>
                <a:ea typeface="Raleway ExtraBold"/>
                <a:cs typeface="Raleway ExtraBold"/>
                <a:sym typeface="Raleway ExtraBold"/>
              </a:defRPr>
            </a:lvl1pPr>
            <a:lvl2pPr lvl="1"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2pPr>
            <a:lvl3pPr lvl="2"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3pPr>
            <a:lvl4pPr lvl="3"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4pPr>
            <a:lvl5pPr lvl="4"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5pPr>
            <a:lvl6pPr lvl="5"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6pPr>
            <a:lvl7pPr lvl="6"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7pPr>
            <a:lvl8pPr lvl="7"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8pPr>
            <a:lvl9pPr lvl="8" rtl="0" algn="ctr">
              <a:spcBef>
                <a:spcPts val="0"/>
              </a:spcBef>
              <a:spcAft>
                <a:spcPts val="0"/>
              </a:spcAft>
              <a:buClr>
                <a:schemeClr val="lt1"/>
              </a:buClr>
              <a:buSzPts val="6000"/>
              <a:buFont typeface="Raleway ExtraBold"/>
              <a:buNone/>
              <a:defRPr b="0" sz="6000">
                <a:solidFill>
                  <a:schemeClr val="lt1"/>
                </a:solidFill>
                <a:latin typeface="Raleway ExtraBold"/>
                <a:ea typeface="Raleway ExtraBold"/>
                <a:cs typeface="Raleway ExtraBold"/>
                <a:sym typeface="Raleway ExtraBold"/>
              </a:defRPr>
            </a:lvl9pPr>
          </a:lstStyle>
          <a:p>
            <a:r>
              <a:t>xx%</a:t>
            </a:r>
          </a:p>
        </p:txBody>
      </p:sp>
      <p:sp>
        <p:nvSpPr>
          <p:cNvPr id="505" name="Google Shape;505;p19"/>
          <p:cNvSpPr txBox="1"/>
          <p:nvPr>
            <p:ph idx="5" type="subTitle"/>
          </p:nvPr>
        </p:nvSpPr>
        <p:spPr>
          <a:xfrm>
            <a:off x="5048280" y="3740150"/>
            <a:ext cx="3382500" cy="3825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None/>
              <a:defRPr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506" name="Google Shape;506;p19"/>
          <p:cNvSpPr/>
          <p:nvPr/>
        </p:nvSpPr>
        <p:spPr>
          <a:xfrm rot="5400000">
            <a:off x="9120511" y="6970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7" name="Google Shape;507;p19"/>
          <p:cNvGrpSpPr/>
          <p:nvPr/>
        </p:nvGrpSpPr>
        <p:grpSpPr>
          <a:xfrm>
            <a:off x="-739800" y="415860"/>
            <a:ext cx="10142602" cy="2150259"/>
            <a:chOff x="-739800" y="415860"/>
            <a:chExt cx="10142602" cy="2150259"/>
          </a:xfrm>
        </p:grpSpPr>
        <p:grpSp>
          <p:nvGrpSpPr>
            <p:cNvPr id="508" name="Google Shape;508;p19"/>
            <p:cNvGrpSpPr/>
            <p:nvPr/>
          </p:nvGrpSpPr>
          <p:grpSpPr>
            <a:xfrm rot="5400000">
              <a:off x="8699132" y="-40532"/>
              <a:ext cx="247278" cy="1160062"/>
              <a:chOff x="1463894" y="1434556"/>
              <a:chExt cx="247278" cy="1160062"/>
            </a:xfrm>
          </p:grpSpPr>
          <p:sp>
            <p:nvSpPr>
              <p:cNvPr id="509" name="Google Shape;509;p19"/>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9"/>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 name="Google Shape;511;p19"/>
            <p:cNvGrpSpPr/>
            <p:nvPr/>
          </p:nvGrpSpPr>
          <p:grpSpPr>
            <a:xfrm>
              <a:off x="-739800" y="1454775"/>
              <a:ext cx="1111343" cy="1111343"/>
              <a:chOff x="8307725" y="278700"/>
              <a:chExt cx="1111343" cy="1111343"/>
            </a:xfrm>
          </p:grpSpPr>
          <p:sp>
            <p:nvSpPr>
              <p:cNvPr id="512" name="Google Shape;512;p19"/>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9"/>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4" name="Google Shape;514;p19"/>
          <p:cNvGrpSpPr/>
          <p:nvPr/>
        </p:nvGrpSpPr>
        <p:grpSpPr>
          <a:xfrm>
            <a:off x="-1340979" y="-3183303"/>
            <a:ext cx="10223939" cy="12189165"/>
            <a:chOff x="-1340979" y="-3183303"/>
            <a:chExt cx="10223939" cy="12189165"/>
          </a:xfrm>
        </p:grpSpPr>
        <p:grpSp>
          <p:nvGrpSpPr>
            <p:cNvPr id="515" name="Google Shape;515;p19"/>
            <p:cNvGrpSpPr/>
            <p:nvPr/>
          </p:nvGrpSpPr>
          <p:grpSpPr>
            <a:xfrm>
              <a:off x="3772273" y="2152995"/>
              <a:ext cx="5110686" cy="6852868"/>
              <a:chOff x="3772273" y="2152995"/>
              <a:chExt cx="5110686" cy="6852868"/>
            </a:xfrm>
          </p:grpSpPr>
          <p:grpSp>
            <p:nvGrpSpPr>
              <p:cNvPr id="516" name="Google Shape;516;p19"/>
              <p:cNvGrpSpPr/>
              <p:nvPr/>
            </p:nvGrpSpPr>
            <p:grpSpPr>
              <a:xfrm rot="10800000">
                <a:off x="8201743" y="2152995"/>
                <a:ext cx="681217" cy="3360485"/>
                <a:chOff x="1337800" y="-2525590"/>
                <a:chExt cx="1498167" cy="7390555"/>
              </a:xfrm>
            </p:grpSpPr>
            <p:cxnSp>
              <p:nvCxnSpPr>
                <p:cNvPr id="517" name="Google Shape;517;p19"/>
                <p:cNvCxnSpPr/>
                <p:nvPr/>
              </p:nvCxnSpPr>
              <p:spPr>
                <a:xfrm rot="10800000">
                  <a:off x="1337800" y="-2525590"/>
                  <a:ext cx="0" cy="5870700"/>
                </a:xfrm>
                <a:prstGeom prst="straightConnector1">
                  <a:avLst/>
                </a:prstGeom>
                <a:noFill/>
                <a:ln cap="flat" cmpd="sng" w="9525">
                  <a:solidFill>
                    <a:schemeClr val="accent2"/>
                  </a:solidFill>
                  <a:prstDash val="solid"/>
                  <a:round/>
                  <a:headEnd len="med" w="med" type="none"/>
                  <a:tailEnd len="med" w="med" type="none"/>
                </a:ln>
              </p:spPr>
            </p:cxnSp>
            <p:cxnSp>
              <p:nvCxnSpPr>
                <p:cNvPr id="518" name="Google Shape;518;p19"/>
                <p:cNvCxnSpPr/>
                <p:nvPr/>
              </p:nvCxnSpPr>
              <p:spPr>
                <a:xfrm>
                  <a:off x="1337800" y="3347125"/>
                  <a:ext cx="1158600" cy="1141200"/>
                </a:xfrm>
                <a:prstGeom prst="straightConnector1">
                  <a:avLst/>
                </a:prstGeom>
                <a:noFill/>
                <a:ln cap="flat" cmpd="sng" w="9525">
                  <a:solidFill>
                    <a:schemeClr val="accent2"/>
                  </a:solidFill>
                  <a:prstDash val="solid"/>
                  <a:round/>
                  <a:headEnd len="med" w="med" type="none"/>
                  <a:tailEnd len="med" w="med" type="none"/>
                </a:ln>
              </p:spPr>
            </p:cxnSp>
            <p:sp>
              <p:nvSpPr>
                <p:cNvPr id="519" name="Google Shape;519;p19"/>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2"/>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 name="Google Shape;520;p19"/>
              <p:cNvGrpSpPr/>
              <p:nvPr/>
            </p:nvGrpSpPr>
            <p:grpSpPr>
              <a:xfrm flipH="1" rot="5400000">
                <a:off x="1841424" y="6449892"/>
                <a:ext cx="4486819" cy="625122"/>
                <a:chOff x="-78438" y="4073905"/>
                <a:chExt cx="4486819" cy="625122"/>
              </a:xfrm>
            </p:grpSpPr>
            <p:cxnSp>
              <p:nvCxnSpPr>
                <p:cNvPr id="521" name="Google Shape;521;p19"/>
                <p:cNvCxnSpPr/>
                <p:nvPr/>
              </p:nvCxnSpPr>
              <p:spPr>
                <a:xfrm>
                  <a:off x="1857762" y="2762827"/>
                  <a:ext cx="0" cy="3872400"/>
                </a:xfrm>
                <a:prstGeom prst="straightConnector1">
                  <a:avLst/>
                </a:prstGeom>
                <a:noFill/>
                <a:ln cap="flat" cmpd="sng" w="9525">
                  <a:solidFill>
                    <a:schemeClr val="accent1"/>
                  </a:solidFill>
                  <a:prstDash val="solid"/>
                  <a:round/>
                  <a:headEnd len="med" w="med" type="none"/>
                  <a:tailEnd len="med" w="med" type="none"/>
                </a:ln>
              </p:spPr>
            </p:cxnSp>
            <p:cxnSp>
              <p:nvCxnSpPr>
                <p:cNvPr id="522" name="Google Shape;522;p19"/>
                <p:cNvCxnSpPr/>
                <p:nvPr/>
              </p:nvCxnSpPr>
              <p:spPr>
                <a:xfrm rot="-5400000">
                  <a:off x="3788541" y="4241677"/>
                  <a:ext cx="464100" cy="450600"/>
                </a:xfrm>
                <a:prstGeom prst="straightConnector1">
                  <a:avLst/>
                </a:prstGeom>
                <a:noFill/>
                <a:ln cap="flat" cmpd="sng" w="9525">
                  <a:solidFill>
                    <a:schemeClr val="accent1"/>
                  </a:solidFill>
                  <a:prstDash val="solid"/>
                  <a:round/>
                  <a:headEnd len="med" w="med" type="none"/>
                  <a:tailEnd len="med" w="med" type="none"/>
                </a:ln>
              </p:spPr>
            </p:cxnSp>
            <p:sp>
              <p:nvSpPr>
                <p:cNvPr id="523" name="Google Shape;523;p19"/>
                <p:cNvSpPr/>
                <p:nvPr/>
              </p:nvSpPr>
              <p:spPr>
                <a:xfrm>
                  <a:off x="4214956" y="4073905"/>
                  <a:ext cx="193425" cy="191350"/>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4" name="Google Shape;524;p19"/>
            <p:cNvSpPr/>
            <p:nvPr/>
          </p:nvSpPr>
          <p:spPr>
            <a:xfrm flipH="1" rot="-5400000">
              <a:off x="229850" y="-2095662"/>
              <a:ext cx="1197198" cy="4338856"/>
            </a:xfrm>
            <a:custGeom>
              <a:rect b="b" l="l" r="r" t="t"/>
              <a:pathLst>
                <a:path extrusionOk="0" h="65507" w="18075">
                  <a:moveTo>
                    <a:pt x="0" y="65507"/>
                  </a:moveTo>
                  <a:lnTo>
                    <a:pt x="18075" y="47432"/>
                  </a:lnTo>
                  <a:lnTo>
                    <a:pt x="18075" y="0"/>
                  </a:lnTo>
                </a:path>
              </a:pathLst>
            </a:custGeom>
            <a:noFill/>
            <a:ln cap="flat" cmpd="sng" w="9525">
              <a:solidFill>
                <a:schemeClr val="accent1"/>
              </a:solidFill>
              <a:prstDash val="solid"/>
              <a:round/>
              <a:headEnd len="med" w="med" type="none"/>
              <a:tailEnd len="med" w="med" type="none"/>
            </a:ln>
          </p:spPr>
        </p:sp>
        <p:grpSp>
          <p:nvGrpSpPr>
            <p:cNvPr id="525" name="Google Shape;525;p19"/>
            <p:cNvGrpSpPr/>
            <p:nvPr/>
          </p:nvGrpSpPr>
          <p:grpSpPr>
            <a:xfrm rot="-5400000">
              <a:off x="1113139" y="743908"/>
              <a:ext cx="493321" cy="357312"/>
              <a:chOff x="1722354" y="229144"/>
              <a:chExt cx="1748744" cy="1266614"/>
            </a:xfrm>
          </p:grpSpPr>
          <p:sp>
            <p:nvSpPr>
              <p:cNvPr id="526" name="Google Shape;526;p19"/>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solidFill>
                <a:schemeClr val="lt2"/>
              </a:solid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9"/>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 name="Google Shape;528;p19"/>
            <p:cNvGrpSpPr/>
            <p:nvPr/>
          </p:nvGrpSpPr>
          <p:grpSpPr>
            <a:xfrm rot="5400000">
              <a:off x="-1009100" y="-1561400"/>
              <a:ext cx="3859204" cy="615399"/>
              <a:chOff x="-6675" y="307100"/>
              <a:chExt cx="9140700" cy="4634025"/>
            </a:xfrm>
          </p:grpSpPr>
          <p:cxnSp>
            <p:nvCxnSpPr>
              <p:cNvPr id="529" name="Google Shape;529;p19"/>
              <p:cNvCxnSpPr/>
              <p:nvPr/>
            </p:nvCxnSpPr>
            <p:spPr>
              <a:xfrm>
                <a:off x="-6675" y="307100"/>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0" name="Google Shape;530;p19"/>
              <p:cNvCxnSpPr/>
              <p:nvPr/>
            </p:nvCxnSpPr>
            <p:spPr>
              <a:xfrm>
                <a:off x="-6675" y="1336883"/>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1" name="Google Shape;531;p19"/>
              <p:cNvCxnSpPr/>
              <p:nvPr/>
            </p:nvCxnSpPr>
            <p:spPr>
              <a:xfrm>
                <a:off x="-6675" y="821992"/>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2" name="Google Shape;532;p19"/>
              <p:cNvCxnSpPr/>
              <p:nvPr/>
            </p:nvCxnSpPr>
            <p:spPr>
              <a:xfrm>
                <a:off x="-6675" y="1851775"/>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3" name="Google Shape;533;p19"/>
              <p:cNvCxnSpPr/>
              <p:nvPr/>
            </p:nvCxnSpPr>
            <p:spPr>
              <a:xfrm>
                <a:off x="-6675" y="2366667"/>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4" name="Google Shape;534;p19"/>
              <p:cNvCxnSpPr/>
              <p:nvPr/>
            </p:nvCxnSpPr>
            <p:spPr>
              <a:xfrm>
                <a:off x="-6675" y="2881558"/>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5" name="Google Shape;535;p19"/>
              <p:cNvCxnSpPr/>
              <p:nvPr/>
            </p:nvCxnSpPr>
            <p:spPr>
              <a:xfrm>
                <a:off x="-6675" y="3396450"/>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6" name="Google Shape;536;p19"/>
              <p:cNvCxnSpPr/>
              <p:nvPr/>
            </p:nvCxnSpPr>
            <p:spPr>
              <a:xfrm>
                <a:off x="-6675" y="3911342"/>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7" name="Google Shape;537;p19"/>
              <p:cNvCxnSpPr/>
              <p:nvPr/>
            </p:nvCxnSpPr>
            <p:spPr>
              <a:xfrm>
                <a:off x="-6675" y="4426233"/>
                <a:ext cx="9140700" cy="0"/>
              </a:xfrm>
              <a:prstGeom prst="straightConnector1">
                <a:avLst/>
              </a:prstGeom>
              <a:noFill/>
              <a:ln cap="flat" cmpd="sng" w="9525">
                <a:solidFill>
                  <a:schemeClr val="accent2"/>
                </a:solidFill>
                <a:prstDash val="solid"/>
                <a:round/>
                <a:headEnd len="med" w="med" type="none"/>
                <a:tailEnd len="med" w="med" type="none"/>
              </a:ln>
            </p:spPr>
          </p:cxnSp>
          <p:cxnSp>
            <p:nvCxnSpPr>
              <p:cNvPr id="538" name="Google Shape;538;p19"/>
              <p:cNvCxnSpPr/>
              <p:nvPr/>
            </p:nvCxnSpPr>
            <p:spPr>
              <a:xfrm>
                <a:off x="-6675" y="4941125"/>
                <a:ext cx="9140700" cy="0"/>
              </a:xfrm>
              <a:prstGeom prst="straightConnector1">
                <a:avLst/>
              </a:prstGeom>
              <a:noFill/>
              <a:ln cap="flat" cmpd="sng" w="9525">
                <a:solidFill>
                  <a:schemeClr val="accent2"/>
                </a:solidFill>
                <a:prstDash val="solid"/>
                <a:round/>
                <a:headEnd len="med" w="med" type="none"/>
                <a:tailEnd len="med" w="med" type="none"/>
              </a:ln>
            </p:spPr>
          </p:cxn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539" name="Shape 539"/>
        <p:cNvGrpSpPr/>
        <p:nvPr/>
      </p:nvGrpSpPr>
      <p:grpSpPr>
        <a:xfrm>
          <a:off x="0" y="0"/>
          <a:ext cx="0" cy="0"/>
          <a:chOff x="0" y="0"/>
          <a:chExt cx="0" cy="0"/>
        </a:xfrm>
      </p:grpSpPr>
      <p:sp>
        <p:nvSpPr>
          <p:cNvPr id="540" name="Google Shape;540;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41" name="Google Shape;541;p20"/>
          <p:cNvGrpSpPr/>
          <p:nvPr/>
        </p:nvGrpSpPr>
        <p:grpSpPr>
          <a:xfrm>
            <a:off x="998300" y="1868336"/>
            <a:ext cx="7850818" cy="2922793"/>
            <a:chOff x="998300" y="1868336"/>
            <a:chExt cx="7850818" cy="2922793"/>
          </a:xfrm>
        </p:grpSpPr>
        <p:sp>
          <p:nvSpPr>
            <p:cNvPr id="542" name="Google Shape;542;p20"/>
            <p:cNvSpPr/>
            <p:nvPr/>
          </p:nvSpPr>
          <p:spPr>
            <a:xfrm rot="10800000">
              <a:off x="8809062" y="18683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0"/>
            <p:cNvSpPr/>
            <p:nvPr/>
          </p:nvSpPr>
          <p:spPr>
            <a:xfrm rot="5400000">
              <a:off x="1198712" y="45506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 name="Google Shape;544;p20"/>
          <p:cNvGrpSpPr/>
          <p:nvPr/>
        </p:nvGrpSpPr>
        <p:grpSpPr>
          <a:xfrm>
            <a:off x="1588038" y="2433589"/>
            <a:ext cx="7438817" cy="2528055"/>
            <a:chOff x="1588038" y="2433589"/>
            <a:chExt cx="7438817" cy="2528055"/>
          </a:xfrm>
        </p:grpSpPr>
        <p:grpSp>
          <p:nvGrpSpPr>
            <p:cNvPr id="545" name="Google Shape;545;p20"/>
            <p:cNvGrpSpPr/>
            <p:nvPr/>
          </p:nvGrpSpPr>
          <p:grpSpPr>
            <a:xfrm>
              <a:off x="8849114" y="2433589"/>
              <a:ext cx="177741" cy="1555069"/>
              <a:chOff x="8535452" y="862252"/>
              <a:chExt cx="177741" cy="1555069"/>
            </a:xfrm>
          </p:grpSpPr>
          <p:sp>
            <p:nvSpPr>
              <p:cNvPr id="546" name="Google Shape;546;p20"/>
              <p:cNvSpPr/>
              <p:nvPr/>
            </p:nvSpPr>
            <p:spPr>
              <a:xfrm rot="10800000">
                <a:off x="8670077" y="8622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0"/>
              <p:cNvSpPr/>
              <p:nvPr/>
            </p:nvSpPr>
            <p:spPr>
              <a:xfrm rot="10800000">
                <a:off x="8535452" y="1942327"/>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 name="Google Shape;548;p20"/>
            <p:cNvGrpSpPr/>
            <p:nvPr/>
          </p:nvGrpSpPr>
          <p:grpSpPr>
            <a:xfrm rot="5400000">
              <a:off x="1804739" y="4491002"/>
              <a:ext cx="253941" cy="687344"/>
              <a:chOff x="8459252" y="1335702"/>
              <a:chExt cx="253941" cy="687344"/>
            </a:xfrm>
          </p:grpSpPr>
          <p:sp>
            <p:nvSpPr>
              <p:cNvPr id="549" name="Google Shape;549;p20"/>
              <p:cNvSpPr/>
              <p:nvPr/>
            </p:nvSpPr>
            <p:spPr>
              <a:xfrm rot="10800000">
                <a:off x="8670077" y="15480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0"/>
              <p:cNvSpPr/>
              <p:nvPr/>
            </p:nvSpPr>
            <p:spPr>
              <a:xfrm rot="10800000">
                <a:off x="8459252" y="13357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51" name="Google Shape;551;p20"/>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2" name="Google Shape;552;p20"/>
          <p:cNvGrpSpPr/>
          <p:nvPr/>
        </p:nvGrpSpPr>
        <p:grpSpPr>
          <a:xfrm>
            <a:off x="-1189524" y="-111325"/>
            <a:ext cx="10408499" cy="5362150"/>
            <a:chOff x="-1189524" y="-111325"/>
            <a:chExt cx="10408499" cy="5362150"/>
          </a:xfrm>
        </p:grpSpPr>
        <p:grpSp>
          <p:nvGrpSpPr>
            <p:cNvPr id="553" name="Google Shape;553;p20"/>
            <p:cNvGrpSpPr/>
            <p:nvPr/>
          </p:nvGrpSpPr>
          <p:grpSpPr>
            <a:xfrm>
              <a:off x="-1189524" y="-111325"/>
              <a:ext cx="10408499" cy="5362150"/>
              <a:chOff x="-1189524" y="-111325"/>
              <a:chExt cx="10408499" cy="5362150"/>
            </a:xfrm>
          </p:grpSpPr>
          <p:sp>
            <p:nvSpPr>
              <p:cNvPr id="554" name="Google Shape;554;p20"/>
              <p:cNvSpPr/>
              <p:nvPr/>
            </p:nvSpPr>
            <p:spPr>
              <a:xfrm>
                <a:off x="8138725" y="-111325"/>
                <a:ext cx="1080250" cy="3643550"/>
              </a:xfrm>
              <a:custGeom>
                <a:rect b="b" l="l" r="r" t="t"/>
                <a:pathLst>
                  <a:path extrusionOk="0" h="145742" w="43210">
                    <a:moveTo>
                      <a:pt x="43210" y="145742"/>
                    </a:moveTo>
                    <a:lnTo>
                      <a:pt x="19027" y="121559"/>
                    </a:lnTo>
                    <a:lnTo>
                      <a:pt x="19027" y="73316"/>
                    </a:lnTo>
                    <a:lnTo>
                      <a:pt x="29523" y="62820"/>
                    </a:lnTo>
                    <a:lnTo>
                      <a:pt x="29523" y="27405"/>
                    </a:lnTo>
                    <a:lnTo>
                      <a:pt x="2117" y="0"/>
                    </a:lnTo>
                    <a:lnTo>
                      <a:pt x="0" y="2117"/>
                    </a:lnTo>
                  </a:path>
                </a:pathLst>
              </a:custGeom>
              <a:noFill/>
              <a:ln cap="flat" cmpd="sng" w="9525">
                <a:solidFill>
                  <a:schemeClr val="accent1"/>
                </a:solidFill>
                <a:prstDash val="solid"/>
                <a:round/>
                <a:headEnd len="med" w="med" type="none"/>
                <a:tailEnd len="med" w="med" type="none"/>
              </a:ln>
            </p:spPr>
          </p:sp>
          <p:sp>
            <p:nvSpPr>
              <p:cNvPr id="555" name="Google Shape;555;p20"/>
              <p:cNvSpPr/>
              <p:nvPr/>
            </p:nvSpPr>
            <p:spPr>
              <a:xfrm>
                <a:off x="340625" y="2654525"/>
                <a:ext cx="340625" cy="2596300"/>
              </a:xfrm>
              <a:custGeom>
                <a:rect b="b" l="l" r="r" t="t"/>
                <a:pathLst>
                  <a:path extrusionOk="0" h="103852" w="13625">
                    <a:moveTo>
                      <a:pt x="13625" y="103852"/>
                    </a:moveTo>
                    <a:lnTo>
                      <a:pt x="13625" y="82738"/>
                    </a:lnTo>
                    <a:lnTo>
                      <a:pt x="0" y="69112"/>
                    </a:lnTo>
                    <a:lnTo>
                      <a:pt x="0" y="0"/>
                    </a:lnTo>
                  </a:path>
                </a:pathLst>
              </a:custGeom>
              <a:noFill/>
              <a:ln cap="flat" cmpd="sng" w="9525">
                <a:solidFill>
                  <a:schemeClr val="accent1"/>
                </a:solidFill>
                <a:prstDash val="solid"/>
                <a:round/>
                <a:headEnd len="med" w="med" type="none"/>
                <a:tailEnd len="med" w="med" type="none"/>
              </a:ln>
            </p:spPr>
          </p:sp>
          <p:grpSp>
            <p:nvGrpSpPr>
              <p:cNvPr id="556" name="Google Shape;556;p20"/>
              <p:cNvGrpSpPr/>
              <p:nvPr/>
            </p:nvGrpSpPr>
            <p:grpSpPr>
              <a:xfrm>
                <a:off x="-1189524" y="3454365"/>
                <a:ext cx="1530153" cy="273510"/>
                <a:chOff x="-6675" y="2881558"/>
                <a:chExt cx="9140700" cy="2059567"/>
              </a:xfrm>
            </p:grpSpPr>
            <p:cxnSp>
              <p:nvCxnSpPr>
                <p:cNvPr id="557" name="Google Shape;557;p20"/>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58" name="Google Shape;558;p20"/>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59" name="Google Shape;559;p20"/>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60" name="Google Shape;560;p20"/>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61" name="Google Shape;561;p20"/>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562" name="Google Shape;562;p20"/>
            <p:cNvGrpSpPr/>
            <p:nvPr/>
          </p:nvGrpSpPr>
          <p:grpSpPr>
            <a:xfrm rot="5400000">
              <a:off x="2331732" y="4765921"/>
              <a:ext cx="493321" cy="357312"/>
              <a:chOff x="1722354" y="229144"/>
              <a:chExt cx="1748744" cy="1266614"/>
            </a:xfrm>
          </p:grpSpPr>
          <p:sp>
            <p:nvSpPr>
              <p:cNvPr id="563" name="Google Shape;563;p20"/>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0"/>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565" name="Shape 565"/>
        <p:cNvGrpSpPr/>
        <p:nvPr/>
      </p:nvGrpSpPr>
      <p:grpSpPr>
        <a:xfrm>
          <a:off x="0" y="0"/>
          <a:ext cx="0" cy="0"/>
          <a:chOff x="0" y="0"/>
          <a:chExt cx="0" cy="0"/>
        </a:xfrm>
      </p:grpSpPr>
      <p:sp>
        <p:nvSpPr>
          <p:cNvPr id="566" name="Google Shape;566;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67" name="Google Shape;567;p21"/>
          <p:cNvGrpSpPr/>
          <p:nvPr/>
        </p:nvGrpSpPr>
        <p:grpSpPr>
          <a:xfrm>
            <a:off x="-116589" y="2639527"/>
            <a:ext cx="8996156" cy="1843388"/>
            <a:chOff x="-116589" y="2639527"/>
            <a:chExt cx="8996156" cy="1843388"/>
          </a:xfrm>
        </p:grpSpPr>
        <p:sp>
          <p:nvSpPr>
            <p:cNvPr id="568" name="Google Shape;568;p21"/>
            <p:cNvSpPr/>
            <p:nvPr/>
          </p:nvSpPr>
          <p:spPr>
            <a:xfrm flipH="1" rot="-5400000">
              <a:off x="399500" y="4223860"/>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1"/>
            <p:cNvSpPr/>
            <p:nvPr/>
          </p:nvSpPr>
          <p:spPr>
            <a:xfrm flipH="1" rot="-5400000">
              <a:off x="99350" y="4050135"/>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0" name="Google Shape;570;p21"/>
            <p:cNvGrpSpPr/>
            <p:nvPr/>
          </p:nvGrpSpPr>
          <p:grpSpPr>
            <a:xfrm flipH="1" rot="10800000">
              <a:off x="8672677" y="2639527"/>
              <a:ext cx="206891" cy="766144"/>
              <a:chOff x="8650702" y="3525402"/>
              <a:chExt cx="206891" cy="766144"/>
            </a:xfrm>
          </p:grpSpPr>
          <p:sp>
            <p:nvSpPr>
              <p:cNvPr id="571" name="Google Shape;571;p21"/>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1"/>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3" name="Google Shape;573;p21"/>
          <p:cNvGrpSpPr/>
          <p:nvPr/>
        </p:nvGrpSpPr>
        <p:grpSpPr>
          <a:xfrm>
            <a:off x="2729174" y="3358511"/>
            <a:ext cx="6150396" cy="1485586"/>
            <a:chOff x="2729174" y="3358511"/>
            <a:chExt cx="6150396" cy="1485586"/>
          </a:xfrm>
        </p:grpSpPr>
        <p:sp>
          <p:nvSpPr>
            <p:cNvPr id="574" name="Google Shape;574;p21"/>
            <p:cNvSpPr/>
            <p:nvPr/>
          </p:nvSpPr>
          <p:spPr>
            <a:xfrm flipH="1" rot="5400000">
              <a:off x="2929586" y="4603629"/>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1"/>
            <p:cNvSpPr/>
            <p:nvPr/>
          </p:nvSpPr>
          <p:spPr>
            <a:xfrm flipH="1" rot="10800000">
              <a:off x="8839514" y="335851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 name="Google Shape;576;p21"/>
          <p:cNvGrpSpPr/>
          <p:nvPr/>
        </p:nvGrpSpPr>
        <p:grpSpPr>
          <a:xfrm>
            <a:off x="-1381309" y="-1875175"/>
            <a:ext cx="10981145" cy="7138447"/>
            <a:chOff x="-1381309" y="-1875175"/>
            <a:chExt cx="10981145" cy="7138447"/>
          </a:xfrm>
        </p:grpSpPr>
        <p:sp>
          <p:nvSpPr>
            <p:cNvPr id="577" name="Google Shape;577;p21"/>
            <p:cNvSpPr/>
            <p:nvPr/>
          </p:nvSpPr>
          <p:spPr>
            <a:xfrm flipH="1" rot="10800000">
              <a:off x="-1381309" y="4693337"/>
              <a:ext cx="3801167" cy="569934"/>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med" w="med" type="none"/>
              <a:tailEnd len="med" w="med" type="none"/>
            </a:ln>
          </p:spPr>
        </p:sp>
        <p:grpSp>
          <p:nvGrpSpPr>
            <p:cNvPr id="578" name="Google Shape;578;p21"/>
            <p:cNvGrpSpPr/>
            <p:nvPr/>
          </p:nvGrpSpPr>
          <p:grpSpPr>
            <a:xfrm>
              <a:off x="8229051" y="-1875175"/>
              <a:ext cx="1370785" cy="4060574"/>
              <a:chOff x="8229051" y="-1875175"/>
              <a:chExt cx="1370785" cy="4060574"/>
            </a:xfrm>
          </p:grpSpPr>
          <p:grpSp>
            <p:nvGrpSpPr>
              <p:cNvPr id="579" name="Google Shape;579;p21"/>
              <p:cNvGrpSpPr/>
              <p:nvPr/>
            </p:nvGrpSpPr>
            <p:grpSpPr>
              <a:xfrm>
                <a:off x="8229051" y="-1875175"/>
                <a:ext cx="914953" cy="4060574"/>
                <a:chOff x="8229051" y="-1875175"/>
                <a:chExt cx="914953" cy="4060574"/>
              </a:xfrm>
            </p:grpSpPr>
            <p:grpSp>
              <p:nvGrpSpPr>
                <p:cNvPr id="580" name="Google Shape;580;p21"/>
                <p:cNvGrpSpPr/>
                <p:nvPr/>
              </p:nvGrpSpPr>
              <p:grpSpPr>
                <a:xfrm rot="-5400000">
                  <a:off x="8480363" y="1760083"/>
                  <a:ext cx="493321" cy="357312"/>
                  <a:chOff x="1722354" y="229144"/>
                  <a:chExt cx="1748744" cy="1266614"/>
                </a:xfrm>
              </p:grpSpPr>
              <p:sp>
                <p:nvSpPr>
                  <p:cNvPr id="581" name="Google Shape;581;p21"/>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1"/>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3" name="Google Shape;583;p21"/>
                <p:cNvSpPr/>
                <p:nvPr/>
              </p:nvSpPr>
              <p:spPr>
                <a:xfrm>
                  <a:off x="8229051" y="-1875175"/>
                  <a:ext cx="914953" cy="3799205"/>
                </a:xfrm>
                <a:custGeom>
                  <a:rect b="b" l="l" r="r" t="t"/>
                  <a:pathLst>
                    <a:path extrusionOk="0" h="96592" w="23262">
                      <a:moveTo>
                        <a:pt x="0" y="0"/>
                      </a:moveTo>
                      <a:lnTo>
                        <a:pt x="18318" y="18318"/>
                      </a:lnTo>
                      <a:lnTo>
                        <a:pt x="18318" y="58471"/>
                      </a:lnTo>
                      <a:lnTo>
                        <a:pt x="10373" y="66417"/>
                      </a:lnTo>
                      <a:lnTo>
                        <a:pt x="10373" y="83703"/>
                      </a:lnTo>
                      <a:lnTo>
                        <a:pt x="23262" y="96592"/>
                      </a:lnTo>
                    </a:path>
                  </a:pathLst>
                </a:custGeom>
                <a:noFill/>
                <a:ln cap="flat" cmpd="sng" w="9525">
                  <a:solidFill>
                    <a:schemeClr val="accent1"/>
                  </a:solidFill>
                  <a:prstDash val="solid"/>
                  <a:round/>
                  <a:headEnd len="med" w="med" type="none"/>
                  <a:tailEnd len="med" w="med" type="none"/>
                </a:ln>
              </p:spPr>
            </p:sp>
          </p:grpSp>
          <p:grpSp>
            <p:nvGrpSpPr>
              <p:cNvPr id="584" name="Google Shape;584;p21"/>
              <p:cNvGrpSpPr/>
              <p:nvPr/>
            </p:nvGrpSpPr>
            <p:grpSpPr>
              <a:xfrm rot="10800000">
                <a:off x="8634578" y="861419"/>
                <a:ext cx="965258" cy="273510"/>
                <a:chOff x="-6675" y="2881558"/>
                <a:chExt cx="9140700" cy="2059567"/>
              </a:xfrm>
            </p:grpSpPr>
            <p:cxnSp>
              <p:nvCxnSpPr>
                <p:cNvPr id="585" name="Google Shape;585;p21"/>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86" name="Google Shape;586;p21"/>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87" name="Google Shape;587;p21"/>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88" name="Google Shape;588;p21"/>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589" name="Google Shape;589;p21"/>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sp>
        <p:nvSpPr>
          <p:cNvPr id="590" name="Google Shape;590;p21"/>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91" name="Shape 591"/>
        <p:cNvGrpSpPr/>
        <p:nvPr/>
      </p:nvGrpSpPr>
      <p:grpSpPr>
        <a:xfrm>
          <a:off x="0" y="0"/>
          <a:ext cx="0" cy="0"/>
          <a:chOff x="0" y="0"/>
          <a:chExt cx="0" cy="0"/>
        </a:xfrm>
      </p:grpSpPr>
      <p:sp>
        <p:nvSpPr>
          <p:cNvPr id="592" name="Google Shape;592;p22"/>
          <p:cNvSpPr txBox="1"/>
          <p:nvPr>
            <p:ph type="title"/>
          </p:nvPr>
        </p:nvSpPr>
        <p:spPr>
          <a:xfrm>
            <a:off x="1098475" y="834600"/>
            <a:ext cx="4448100" cy="9705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sz="4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93" name="Google Shape;593;p22"/>
          <p:cNvSpPr txBox="1"/>
          <p:nvPr>
            <p:ph idx="1" type="subTitle"/>
          </p:nvPr>
        </p:nvSpPr>
        <p:spPr>
          <a:xfrm>
            <a:off x="1098425" y="1805100"/>
            <a:ext cx="4448100" cy="105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94" name="Google Shape;594;p22"/>
          <p:cNvSpPr txBox="1"/>
          <p:nvPr/>
        </p:nvSpPr>
        <p:spPr>
          <a:xfrm>
            <a:off x="1098425" y="34595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Hanken Grotesk"/>
                <a:ea typeface="Hanken Grotesk"/>
                <a:cs typeface="Hanken Grotesk"/>
                <a:sym typeface="Hanken Grotesk"/>
              </a:rPr>
              <a:t>CREDITS:</a:t>
            </a:r>
            <a:r>
              <a:rPr lang="en" sz="1200">
                <a:solidFill>
                  <a:schemeClr val="dk1"/>
                </a:solidFill>
                <a:latin typeface="Hanken Grotesk"/>
                <a:ea typeface="Hanken Grotesk"/>
                <a:cs typeface="Hanken Grotesk"/>
                <a:sym typeface="Hanken Grotesk"/>
              </a:rPr>
              <a:t> This presentation template was created by </a:t>
            </a:r>
            <a:r>
              <a:rPr b="1" lang="en" sz="1200" u="sng">
                <a:solidFill>
                  <a:schemeClr val="dk1"/>
                </a:solidFill>
                <a:latin typeface="Hanken Grotesk"/>
                <a:ea typeface="Hanken Grotesk"/>
                <a:cs typeface="Hanken Grotesk"/>
                <a:sym typeface="Hanken Grotesk"/>
                <a:hlinkClick r:id="rId2">
                  <a:extLst>
                    <a:ext uri="{A12FA001-AC4F-418D-AE19-62706E023703}">
                      <ahyp:hlinkClr val="tx"/>
                    </a:ext>
                  </a:extLst>
                </a:hlinkClick>
              </a:rPr>
              <a:t>Slidesgo</a:t>
            </a:r>
            <a:r>
              <a:rPr lang="en" sz="1200">
                <a:solidFill>
                  <a:schemeClr val="dk1"/>
                </a:solidFill>
                <a:latin typeface="Hanken Grotesk"/>
                <a:ea typeface="Hanken Grotesk"/>
                <a:cs typeface="Hanken Grotesk"/>
                <a:sym typeface="Hanken Grotesk"/>
              </a:rPr>
              <a:t>, and includes icons by </a:t>
            </a:r>
            <a:r>
              <a:rPr b="1" lang="en" sz="1200" u="sng">
                <a:solidFill>
                  <a:schemeClr val="dk1"/>
                </a:solidFill>
                <a:latin typeface="Hanken Grotesk"/>
                <a:ea typeface="Hanken Grotesk"/>
                <a:cs typeface="Hanken Grotesk"/>
                <a:sym typeface="Hanken Grotesk"/>
                <a:hlinkClick r:id="rId3">
                  <a:extLst>
                    <a:ext uri="{A12FA001-AC4F-418D-AE19-62706E023703}">
                      <ahyp:hlinkClr val="tx"/>
                    </a:ext>
                  </a:extLst>
                </a:hlinkClick>
              </a:rPr>
              <a:t>Flaticon</a:t>
            </a:r>
            <a:r>
              <a:rPr lang="en" sz="1200">
                <a:solidFill>
                  <a:schemeClr val="dk1"/>
                </a:solidFill>
                <a:latin typeface="Hanken Grotesk"/>
                <a:ea typeface="Hanken Grotesk"/>
                <a:cs typeface="Hanken Grotesk"/>
                <a:sym typeface="Hanken Grotesk"/>
              </a:rPr>
              <a:t>, and infographics &amp; images by </a:t>
            </a:r>
            <a:r>
              <a:rPr b="1" lang="en" sz="1200" u="sng">
                <a:solidFill>
                  <a:schemeClr val="dk1"/>
                </a:solidFill>
                <a:latin typeface="Hanken Grotesk"/>
                <a:ea typeface="Hanken Grotesk"/>
                <a:cs typeface="Hanken Grotesk"/>
                <a:sym typeface="Hanken Grotesk"/>
                <a:hlinkClick r:id="rId4">
                  <a:extLst>
                    <a:ext uri="{A12FA001-AC4F-418D-AE19-62706E023703}">
                      <ahyp:hlinkClr val="tx"/>
                    </a:ext>
                  </a:extLst>
                </a:hlinkClick>
              </a:rPr>
              <a:t>Freepik</a:t>
            </a:r>
            <a:r>
              <a:rPr lang="en" sz="1200" u="sng">
                <a:solidFill>
                  <a:schemeClr val="dk1"/>
                </a:solidFill>
                <a:latin typeface="Hanken Grotesk"/>
                <a:ea typeface="Hanken Grotesk"/>
                <a:cs typeface="Hanken Grotesk"/>
                <a:sym typeface="Hanken Grotesk"/>
              </a:rPr>
              <a:t> </a:t>
            </a:r>
            <a:endParaRPr b="1" sz="1200" u="sng">
              <a:solidFill>
                <a:schemeClr val="dk1"/>
              </a:solidFill>
              <a:latin typeface="Hanken Grotesk"/>
              <a:ea typeface="Hanken Grotesk"/>
              <a:cs typeface="Hanken Grotesk"/>
              <a:sym typeface="Hanken Grotesk"/>
            </a:endParaRPr>
          </a:p>
        </p:txBody>
      </p:sp>
      <p:sp>
        <p:nvSpPr>
          <p:cNvPr id="595" name="Google Shape;595;p22"/>
          <p:cNvSpPr/>
          <p:nvPr/>
        </p:nvSpPr>
        <p:spPr>
          <a:xfrm rot="5400000">
            <a:off x="8249111" y="175373"/>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6" name="Google Shape;596;p22"/>
          <p:cNvGrpSpPr/>
          <p:nvPr/>
        </p:nvGrpSpPr>
        <p:grpSpPr>
          <a:xfrm>
            <a:off x="-563925" y="0"/>
            <a:ext cx="7843827" cy="1111343"/>
            <a:chOff x="-563925" y="0"/>
            <a:chExt cx="7843827" cy="1111343"/>
          </a:xfrm>
        </p:grpSpPr>
        <p:grpSp>
          <p:nvGrpSpPr>
            <p:cNvPr id="597" name="Google Shape;597;p22"/>
            <p:cNvGrpSpPr/>
            <p:nvPr/>
          </p:nvGrpSpPr>
          <p:grpSpPr>
            <a:xfrm rot="5400000">
              <a:off x="6576232" y="-80607"/>
              <a:ext cx="247278" cy="1160062"/>
              <a:chOff x="1463894" y="1434556"/>
              <a:chExt cx="247278" cy="1160062"/>
            </a:xfrm>
          </p:grpSpPr>
          <p:sp>
            <p:nvSpPr>
              <p:cNvPr id="598" name="Google Shape;598;p22"/>
              <p:cNvSpPr/>
              <p:nvPr/>
            </p:nvSpPr>
            <p:spPr>
              <a:xfrm>
                <a:off x="1463894" y="2119623"/>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2"/>
              <p:cNvSpPr/>
              <p:nvPr/>
            </p:nvSpPr>
            <p:spPr>
              <a:xfrm rot="10800000">
                <a:off x="1636072" y="1434556"/>
                <a:ext cx="75100" cy="827502"/>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22"/>
            <p:cNvGrpSpPr/>
            <p:nvPr/>
          </p:nvGrpSpPr>
          <p:grpSpPr>
            <a:xfrm>
              <a:off x="-563925" y="0"/>
              <a:ext cx="1111343" cy="1111343"/>
              <a:chOff x="8307725" y="278700"/>
              <a:chExt cx="1111343" cy="1111343"/>
            </a:xfrm>
          </p:grpSpPr>
          <p:sp>
            <p:nvSpPr>
              <p:cNvPr id="601" name="Google Shape;601;p22"/>
              <p:cNvSpPr/>
              <p:nvPr/>
            </p:nvSpPr>
            <p:spPr>
              <a:xfrm>
                <a:off x="8307725" y="278700"/>
                <a:ext cx="1111343" cy="1111343"/>
              </a:xfrm>
              <a:custGeom>
                <a:rect b="b" l="l" r="r" t="t"/>
                <a:pathLst>
                  <a:path extrusionOk="0" fill="none" h="17396" w="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2"/>
              <p:cNvSpPr/>
              <p:nvPr/>
            </p:nvSpPr>
            <p:spPr>
              <a:xfrm>
                <a:off x="8481362" y="452337"/>
                <a:ext cx="764065" cy="762212"/>
              </a:xfrm>
              <a:custGeom>
                <a:rect b="b" l="l" r="r" t="t"/>
                <a:pathLst>
                  <a:path extrusionOk="0" fill="none" h="11931" w="1196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603" name="Shape 603"/>
        <p:cNvGrpSpPr/>
        <p:nvPr/>
      </p:nvGrpSpPr>
      <p:grpSpPr>
        <a:xfrm>
          <a:off x="0" y="0"/>
          <a:ext cx="0" cy="0"/>
          <a:chOff x="0" y="0"/>
          <a:chExt cx="0" cy="0"/>
        </a:xfrm>
      </p:grpSpPr>
      <p:grpSp>
        <p:nvGrpSpPr>
          <p:cNvPr id="604" name="Google Shape;604;p23"/>
          <p:cNvGrpSpPr/>
          <p:nvPr/>
        </p:nvGrpSpPr>
        <p:grpSpPr>
          <a:xfrm>
            <a:off x="247028" y="2099252"/>
            <a:ext cx="8667366" cy="1707744"/>
            <a:chOff x="247028" y="2099252"/>
            <a:chExt cx="8667366" cy="1707744"/>
          </a:xfrm>
        </p:grpSpPr>
        <p:sp>
          <p:nvSpPr>
            <p:cNvPr id="605" name="Google Shape;605;p23"/>
            <p:cNvSpPr/>
            <p:nvPr/>
          </p:nvSpPr>
          <p:spPr>
            <a:xfrm flipH="1" rot="10800000">
              <a:off x="410803" y="20992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3"/>
            <p:cNvSpPr/>
            <p:nvPr/>
          </p:nvSpPr>
          <p:spPr>
            <a:xfrm flipH="1" rot="10800000">
              <a:off x="247028" y="2390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7" name="Google Shape;607;p23"/>
            <p:cNvGrpSpPr/>
            <p:nvPr/>
          </p:nvGrpSpPr>
          <p:grpSpPr>
            <a:xfrm flipH="1">
              <a:off x="8707503" y="3040852"/>
              <a:ext cx="206891" cy="766144"/>
              <a:chOff x="8650702" y="3525402"/>
              <a:chExt cx="206891" cy="766144"/>
            </a:xfrm>
          </p:grpSpPr>
          <p:sp>
            <p:nvSpPr>
              <p:cNvPr id="608" name="Google Shape;608;p23"/>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3"/>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10" name="Google Shape;610;p23"/>
          <p:cNvGrpSpPr/>
          <p:nvPr/>
        </p:nvGrpSpPr>
        <p:grpSpPr>
          <a:xfrm>
            <a:off x="-796767" y="-1090158"/>
            <a:ext cx="11445399" cy="6549695"/>
            <a:chOff x="-796767" y="-1090158"/>
            <a:chExt cx="11445399" cy="6549695"/>
          </a:xfrm>
        </p:grpSpPr>
        <p:sp>
          <p:nvSpPr>
            <p:cNvPr id="611" name="Google Shape;611;p23"/>
            <p:cNvSpPr/>
            <p:nvPr/>
          </p:nvSpPr>
          <p:spPr>
            <a:xfrm flipH="1" rot="5400000">
              <a:off x="-365574" y="-1521350"/>
              <a:ext cx="1470082" cy="2332467"/>
            </a:xfrm>
            <a:custGeom>
              <a:rect b="b" l="l" r="r" t="t"/>
              <a:pathLst>
                <a:path extrusionOk="0" h="132226" w="83338">
                  <a:moveTo>
                    <a:pt x="0" y="0"/>
                  </a:moveTo>
                  <a:lnTo>
                    <a:pt x="0" y="30327"/>
                  </a:lnTo>
                  <a:lnTo>
                    <a:pt x="43914" y="74240"/>
                  </a:lnTo>
                  <a:lnTo>
                    <a:pt x="43914" y="105053"/>
                  </a:lnTo>
                  <a:lnTo>
                    <a:pt x="83338" y="127814"/>
                  </a:lnTo>
                  <a:lnTo>
                    <a:pt x="80791" y="132226"/>
                  </a:lnTo>
                </a:path>
              </a:pathLst>
            </a:custGeom>
            <a:noFill/>
            <a:ln cap="flat" cmpd="sng" w="9525">
              <a:solidFill>
                <a:schemeClr val="accent1"/>
              </a:solidFill>
              <a:prstDash val="solid"/>
              <a:round/>
              <a:headEnd len="med" w="med" type="none"/>
              <a:tailEnd len="med" w="med" type="none"/>
            </a:ln>
          </p:spPr>
        </p:sp>
        <p:grpSp>
          <p:nvGrpSpPr>
            <p:cNvPr id="612" name="Google Shape;612;p23"/>
            <p:cNvGrpSpPr/>
            <p:nvPr/>
          </p:nvGrpSpPr>
          <p:grpSpPr>
            <a:xfrm rot="10800000">
              <a:off x="11" y="108546"/>
              <a:ext cx="493321" cy="357312"/>
              <a:chOff x="1722354" y="229144"/>
              <a:chExt cx="1748744" cy="1266614"/>
            </a:xfrm>
          </p:grpSpPr>
          <p:sp>
            <p:nvSpPr>
              <p:cNvPr id="613" name="Google Shape;613;p2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5" name="Google Shape;615;p23"/>
            <p:cNvSpPr/>
            <p:nvPr/>
          </p:nvSpPr>
          <p:spPr>
            <a:xfrm flipH="1" rot="-5400000">
              <a:off x="8788045" y="3598950"/>
              <a:ext cx="870400" cy="2850775"/>
            </a:xfrm>
            <a:custGeom>
              <a:rect b="b" l="l" r="r" t="t"/>
              <a:pathLst>
                <a:path extrusionOk="0" h="114031" w="34816">
                  <a:moveTo>
                    <a:pt x="18318" y="0"/>
                  </a:moveTo>
                  <a:lnTo>
                    <a:pt x="18318" y="9948"/>
                  </a:lnTo>
                  <a:lnTo>
                    <a:pt x="0" y="28265"/>
                  </a:lnTo>
                  <a:lnTo>
                    <a:pt x="0" y="48039"/>
                  </a:lnTo>
                  <a:lnTo>
                    <a:pt x="10736" y="58775"/>
                  </a:lnTo>
                  <a:lnTo>
                    <a:pt x="34816" y="58775"/>
                  </a:lnTo>
                  <a:lnTo>
                    <a:pt x="34816" y="114031"/>
                  </a:lnTo>
                </a:path>
              </a:pathLst>
            </a:custGeom>
            <a:noFill/>
            <a:ln cap="flat" cmpd="sng" w="9525">
              <a:solidFill>
                <a:schemeClr val="accent1"/>
              </a:solidFill>
              <a:prstDash val="solid"/>
              <a:round/>
              <a:headEnd len="med" w="med" type="none"/>
              <a:tailEnd len="med" w="med" type="none"/>
            </a:ln>
          </p:spPr>
        </p:sp>
        <p:grpSp>
          <p:nvGrpSpPr>
            <p:cNvPr id="616" name="Google Shape;616;p23"/>
            <p:cNvGrpSpPr/>
            <p:nvPr/>
          </p:nvGrpSpPr>
          <p:grpSpPr>
            <a:xfrm flipH="1" rot="-5400000">
              <a:off x="8489086" y="4163846"/>
              <a:ext cx="493321" cy="357312"/>
              <a:chOff x="1722354" y="229144"/>
              <a:chExt cx="1748744" cy="1266614"/>
            </a:xfrm>
          </p:grpSpPr>
          <p:sp>
            <p:nvSpPr>
              <p:cNvPr id="617" name="Google Shape;617;p23"/>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3"/>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9" name="Google Shape;619;p23"/>
            <p:cNvGrpSpPr/>
            <p:nvPr/>
          </p:nvGrpSpPr>
          <p:grpSpPr>
            <a:xfrm flipH="1" rot="5400000">
              <a:off x="765337" y="-239460"/>
              <a:ext cx="965258" cy="273510"/>
              <a:chOff x="-6675" y="2881558"/>
              <a:chExt cx="9140700" cy="2059567"/>
            </a:xfrm>
          </p:grpSpPr>
          <p:cxnSp>
            <p:nvCxnSpPr>
              <p:cNvPr id="620" name="Google Shape;620;p23"/>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21" name="Google Shape;621;p23"/>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22" name="Google Shape;622;p23"/>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23" name="Google Shape;623;p23"/>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24" name="Google Shape;624;p23"/>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grpSp>
      <p:grpSp>
        <p:nvGrpSpPr>
          <p:cNvPr id="625" name="Google Shape;625;p23"/>
          <p:cNvGrpSpPr/>
          <p:nvPr/>
        </p:nvGrpSpPr>
        <p:grpSpPr>
          <a:xfrm>
            <a:off x="248565" y="1658361"/>
            <a:ext cx="8665831" cy="946305"/>
            <a:chOff x="248565" y="1658361"/>
            <a:chExt cx="8665831" cy="946305"/>
          </a:xfrm>
        </p:grpSpPr>
        <p:sp>
          <p:nvSpPr>
            <p:cNvPr id="626" name="Google Shape;626;p23"/>
            <p:cNvSpPr/>
            <p:nvPr/>
          </p:nvSpPr>
          <p:spPr>
            <a:xfrm flipH="1" rot="10800000">
              <a:off x="248565" y="165836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3"/>
            <p:cNvSpPr/>
            <p:nvPr/>
          </p:nvSpPr>
          <p:spPr>
            <a:xfrm flipH="1">
              <a:off x="8874340" y="216378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8" name="Google Shape;628;p23"/>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629" name="Shape 629"/>
        <p:cNvGrpSpPr/>
        <p:nvPr/>
      </p:nvGrpSpPr>
      <p:grpSpPr>
        <a:xfrm>
          <a:off x="0" y="0"/>
          <a:ext cx="0" cy="0"/>
          <a:chOff x="0" y="0"/>
          <a:chExt cx="0" cy="0"/>
        </a:xfrm>
      </p:grpSpPr>
      <p:grpSp>
        <p:nvGrpSpPr>
          <p:cNvPr id="630" name="Google Shape;630;p24"/>
          <p:cNvGrpSpPr/>
          <p:nvPr/>
        </p:nvGrpSpPr>
        <p:grpSpPr>
          <a:xfrm>
            <a:off x="248752" y="491529"/>
            <a:ext cx="8669349" cy="4596267"/>
            <a:chOff x="188277" y="445029"/>
            <a:chExt cx="8669349" cy="4596267"/>
          </a:xfrm>
        </p:grpSpPr>
        <p:sp>
          <p:nvSpPr>
            <p:cNvPr id="631" name="Google Shape;631;p24"/>
            <p:cNvSpPr/>
            <p:nvPr/>
          </p:nvSpPr>
          <p:spPr>
            <a:xfrm rot="10800000">
              <a:off x="8615635" y="6844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4"/>
            <p:cNvSpPr/>
            <p:nvPr/>
          </p:nvSpPr>
          <p:spPr>
            <a:xfrm rot="10800000">
              <a:off x="8814510" y="445029"/>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3" name="Google Shape;633;p24"/>
            <p:cNvGrpSpPr/>
            <p:nvPr/>
          </p:nvGrpSpPr>
          <p:grpSpPr>
            <a:xfrm>
              <a:off x="188277" y="4275152"/>
              <a:ext cx="206891" cy="766144"/>
              <a:chOff x="8650702" y="3525402"/>
              <a:chExt cx="206891" cy="766144"/>
            </a:xfrm>
          </p:grpSpPr>
          <p:sp>
            <p:nvSpPr>
              <p:cNvPr id="634" name="Google Shape;634;p24"/>
              <p:cNvSpPr/>
              <p:nvPr/>
            </p:nvSpPr>
            <p:spPr>
              <a:xfrm rot="10800000">
                <a:off x="8650702" y="352540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4"/>
              <p:cNvSpPr/>
              <p:nvPr/>
            </p:nvSpPr>
            <p:spPr>
              <a:xfrm rot="10800000">
                <a:off x="8814477" y="3816552"/>
                <a:ext cx="43116" cy="474994"/>
              </a:xfrm>
              <a:custGeom>
                <a:rect b="b" l="l" r="r" t="t"/>
                <a:pathLst>
                  <a:path extrusionOk="0" fill="none" h="8307" w="754">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6" name="Google Shape;636;p24"/>
          <p:cNvGrpSpPr/>
          <p:nvPr/>
        </p:nvGrpSpPr>
        <p:grpSpPr>
          <a:xfrm>
            <a:off x="315625" y="1279781"/>
            <a:ext cx="8602485" cy="1562434"/>
            <a:chOff x="174750" y="1380581"/>
            <a:chExt cx="8602485" cy="1562434"/>
          </a:xfrm>
        </p:grpSpPr>
        <p:sp>
          <p:nvSpPr>
            <p:cNvPr id="637" name="Google Shape;637;p24"/>
            <p:cNvSpPr/>
            <p:nvPr/>
          </p:nvSpPr>
          <p:spPr>
            <a:xfrm rot="10800000">
              <a:off x="8737179" y="1380581"/>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4"/>
            <p:cNvSpPr/>
            <p:nvPr/>
          </p:nvSpPr>
          <p:spPr>
            <a:xfrm rot="10800000">
              <a:off x="174750" y="2502136"/>
              <a:ext cx="40056" cy="440880"/>
            </a:xfrm>
            <a:custGeom>
              <a:rect b="b" l="l" r="r" t="t"/>
              <a:pathLst>
                <a:path extrusionOk="0" h="12620" w="1146">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 name="Google Shape;639;p24"/>
          <p:cNvGrpSpPr/>
          <p:nvPr/>
        </p:nvGrpSpPr>
        <p:grpSpPr>
          <a:xfrm>
            <a:off x="355673" y="-567309"/>
            <a:ext cx="8751502" cy="5946659"/>
            <a:chOff x="251623" y="-534009"/>
            <a:chExt cx="8751502" cy="5946659"/>
          </a:xfrm>
        </p:grpSpPr>
        <p:grpSp>
          <p:nvGrpSpPr>
            <p:cNvPr id="640" name="Google Shape;640;p24"/>
            <p:cNvGrpSpPr/>
            <p:nvPr/>
          </p:nvGrpSpPr>
          <p:grpSpPr>
            <a:xfrm rot="10800000">
              <a:off x="251623" y="3645746"/>
              <a:ext cx="493321" cy="357312"/>
              <a:chOff x="1722354" y="229144"/>
              <a:chExt cx="1748744" cy="1266614"/>
            </a:xfrm>
          </p:grpSpPr>
          <p:sp>
            <p:nvSpPr>
              <p:cNvPr id="641" name="Google Shape;641;p24"/>
              <p:cNvSpPr/>
              <p:nvPr/>
            </p:nvSpPr>
            <p:spPr>
              <a:xfrm rot="10800000">
                <a:off x="2239107" y="792406"/>
                <a:ext cx="1231990" cy="703352"/>
              </a:xfrm>
              <a:custGeom>
                <a:rect b="b" l="l" r="r" t="t"/>
                <a:pathLst>
                  <a:path extrusionOk="0" fill="none" h="2777" w="4864">
                    <a:moveTo>
                      <a:pt x="4863" y="2776"/>
                    </a:moveTo>
                    <a:lnTo>
                      <a:pt x="2051" y="0"/>
                    </a:ln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4"/>
              <p:cNvSpPr/>
              <p:nvPr/>
            </p:nvSpPr>
            <p:spPr>
              <a:xfrm rot="10800000">
                <a:off x="1722354" y="229144"/>
                <a:ext cx="627506" cy="620727"/>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cap="flat" cmpd="sng" w="9525">
                <a:solidFill>
                  <a:schemeClr val="l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3" name="Google Shape;643;p24"/>
            <p:cNvGrpSpPr/>
            <p:nvPr/>
          </p:nvGrpSpPr>
          <p:grpSpPr>
            <a:xfrm flipH="1" rot="5400000">
              <a:off x="7247712" y="-188135"/>
              <a:ext cx="965258" cy="273510"/>
              <a:chOff x="-6675" y="2881558"/>
              <a:chExt cx="9140700" cy="2059567"/>
            </a:xfrm>
          </p:grpSpPr>
          <p:cxnSp>
            <p:nvCxnSpPr>
              <p:cNvPr id="644" name="Google Shape;644;p24"/>
              <p:cNvCxnSpPr/>
              <p:nvPr/>
            </p:nvCxnSpPr>
            <p:spPr>
              <a:xfrm>
                <a:off x="-6675" y="2881558"/>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45" name="Google Shape;645;p24"/>
              <p:cNvCxnSpPr/>
              <p:nvPr/>
            </p:nvCxnSpPr>
            <p:spPr>
              <a:xfrm>
                <a:off x="-6675" y="3396450"/>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46" name="Google Shape;646;p24"/>
              <p:cNvCxnSpPr/>
              <p:nvPr/>
            </p:nvCxnSpPr>
            <p:spPr>
              <a:xfrm>
                <a:off x="-6675" y="3911342"/>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47" name="Google Shape;647;p24"/>
              <p:cNvCxnSpPr/>
              <p:nvPr/>
            </p:nvCxnSpPr>
            <p:spPr>
              <a:xfrm>
                <a:off x="-6675" y="4426233"/>
                <a:ext cx="9140700" cy="0"/>
              </a:xfrm>
              <a:prstGeom prst="straightConnector1">
                <a:avLst/>
              </a:prstGeom>
              <a:noFill/>
              <a:ln cap="flat" cmpd="sng" w="9525">
                <a:solidFill>
                  <a:schemeClr val="accent1"/>
                </a:solidFill>
                <a:prstDash val="solid"/>
                <a:round/>
                <a:headEnd len="med" w="med" type="none"/>
                <a:tailEnd len="med" w="med" type="none"/>
              </a:ln>
            </p:spPr>
          </p:cxnSp>
          <p:cxnSp>
            <p:nvCxnSpPr>
              <p:cNvPr id="648" name="Google Shape;648;p24"/>
              <p:cNvCxnSpPr/>
              <p:nvPr/>
            </p:nvCxnSpPr>
            <p:spPr>
              <a:xfrm>
                <a:off x="-6675" y="4941125"/>
                <a:ext cx="9140700" cy="0"/>
              </a:xfrm>
              <a:prstGeom prst="straightConnector1">
                <a:avLst/>
              </a:prstGeom>
              <a:noFill/>
              <a:ln cap="flat" cmpd="sng" w="9525">
                <a:solidFill>
                  <a:schemeClr val="accent1"/>
                </a:solidFill>
                <a:prstDash val="solid"/>
                <a:round/>
                <a:headEnd len="med" w="med" type="none"/>
                <a:tailEnd len="med" w="med" type="none"/>
              </a:ln>
            </p:spPr>
          </p:cxnSp>
        </p:grpSp>
        <p:sp>
          <p:nvSpPr>
            <p:cNvPr id="649" name="Google Shape;649;p24"/>
            <p:cNvSpPr/>
            <p:nvPr/>
          </p:nvSpPr>
          <p:spPr>
            <a:xfrm>
              <a:off x="5746750" y="-57000"/>
              <a:ext cx="3256375" cy="488250"/>
            </a:xfrm>
            <a:custGeom>
              <a:rect b="b" l="l" r="r" t="t"/>
              <a:pathLst>
                <a:path extrusionOk="0" h="19530" w="130255">
                  <a:moveTo>
                    <a:pt x="0" y="0"/>
                  </a:moveTo>
                  <a:lnTo>
                    <a:pt x="19531" y="19530"/>
                  </a:lnTo>
                  <a:lnTo>
                    <a:pt x="93650" y="19530"/>
                  </a:lnTo>
                  <a:lnTo>
                    <a:pt x="102323" y="10857"/>
                  </a:lnTo>
                  <a:lnTo>
                    <a:pt x="121066" y="10857"/>
                  </a:lnTo>
                  <a:lnTo>
                    <a:pt x="130255" y="1668"/>
                  </a:lnTo>
                </a:path>
              </a:pathLst>
            </a:custGeom>
            <a:noFill/>
            <a:ln cap="flat" cmpd="sng" w="9525">
              <a:solidFill>
                <a:schemeClr val="accent1"/>
              </a:solidFill>
              <a:prstDash val="solid"/>
              <a:round/>
              <a:headEnd len="med" w="med" type="none"/>
              <a:tailEnd len="med" w="med" type="none"/>
            </a:ln>
          </p:spPr>
        </p:sp>
        <p:sp>
          <p:nvSpPr>
            <p:cNvPr id="650" name="Google Shape;650;p24"/>
            <p:cNvSpPr/>
            <p:nvPr/>
          </p:nvSpPr>
          <p:spPr>
            <a:xfrm>
              <a:off x="260200" y="3089575"/>
              <a:ext cx="476150" cy="2323075"/>
            </a:xfrm>
            <a:custGeom>
              <a:rect b="b" l="l" r="r" t="t"/>
              <a:pathLst>
                <a:path extrusionOk="0" h="92923" w="19046">
                  <a:moveTo>
                    <a:pt x="0" y="0"/>
                  </a:moveTo>
                  <a:lnTo>
                    <a:pt x="0" y="36635"/>
                  </a:lnTo>
                  <a:lnTo>
                    <a:pt x="19046" y="55681"/>
                  </a:lnTo>
                  <a:lnTo>
                    <a:pt x="19046" y="92923"/>
                  </a:lnTo>
                </a:path>
              </a:pathLst>
            </a:custGeom>
            <a:noFill/>
            <a:ln cap="flat" cmpd="sng" w="9525">
              <a:solidFill>
                <a:schemeClr val="accent1"/>
              </a:solidFill>
              <a:prstDash val="solid"/>
              <a:round/>
              <a:headEnd len="med" w="med" type="none"/>
              <a:tailEnd len="med" w="med" type="none"/>
            </a:ln>
          </p:spPr>
        </p:sp>
      </p:grpSp>
      <p:sp>
        <p:nvSpPr>
          <p:cNvPr id="651" name="Google Shape;651;p24"/>
          <p:cNvSpPr/>
          <p:nvPr/>
        </p:nvSpPr>
        <p:spPr>
          <a:xfrm rot="-5400000">
            <a:off x="507335" y="632747"/>
            <a:ext cx="228075" cy="197250"/>
          </a:xfrm>
          <a:prstGeom prst="flowChartMerg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600"/>
              <a:buFont typeface="Raleway Black"/>
              <a:buNone/>
              <a:defRPr sz="2600">
                <a:solidFill>
                  <a:schemeClr val="dk1"/>
                </a:solidFill>
                <a:latin typeface="Raleway Black"/>
                <a:ea typeface="Raleway Black"/>
                <a:cs typeface="Raleway Black"/>
                <a:sym typeface="Raleway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indent="-304800" lvl="1" marL="9144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indent="-304800" lvl="2" marL="13716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indent="-304800" lvl="3" marL="1828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indent="-304800" lvl="4" marL="22860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indent="-304800" lvl="5" marL="27432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indent="-304800" lvl="6" marL="32004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indent="-304800" lvl="7" marL="36576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indent="-304800" lvl="8" marL="411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jpg"/><Relationship Id="rId5"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655" name="Shape 655"/>
        <p:cNvGrpSpPr/>
        <p:nvPr/>
      </p:nvGrpSpPr>
      <p:grpSpPr>
        <a:xfrm>
          <a:off x="0" y="0"/>
          <a:ext cx="0" cy="0"/>
          <a:chOff x="0" y="0"/>
          <a:chExt cx="0" cy="0"/>
        </a:xfrm>
      </p:grpSpPr>
      <p:sp>
        <p:nvSpPr>
          <p:cNvPr id="656" name="Google Shape;656;p25"/>
          <p:cNvSpPr txBox="1"/>
          <p:nvPr>
            <p:ph type="ctrTitle"/>
          </p:nvPr>
        </p:nvSpPr>
        <p:spPr>
          <a:xfrm>
            <a:off x="64725" y="79800"/>
            <a:ext cx="7964100" cy="72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500"/>
              <a:t>CodeQuery: AI-Powered Code Intelligence</a:t>
            </a:r>
            <a:endParaRPr sz="200"/>
          </a:p>
        </p:txBody>
      </p:sp>
      <p:pic>
        <p:nvPicPr>
          <p:cNvPr id="657" name="Google Shape;657;p25"/>
          <p:cNvPicPr preferRelativeResize="0"/>
          <p:nvPr/>
        </p:nvPicPr>
        <p:blipFill>
          <a:blip r:embed="rId3">
            <a:alphaModFix/>
          </a:blip>
          <a:stretch>
            <a:fillRect/>
          </a:stretch>
        </p:blipFill>
        <p:spPr>
          <a:xfrm>
            <a:off x="7603175" y="79800"/>
            <a:ext cx="1521476" cy="490675"/>
          </a:xfrm>
          <a:prstGeom prst="rect">
            <a:avLst/>
          </a:prstGeom>
          <a:noFill/>
          <a:ln>
            <a:noFill/>
          </a:ln>
        </p:spPr>
      </p:pic>
      <p:pic>
        <p:nvPicPr>
          <p:cNvPr id="658" name="Google Shape;658;p25" title="475shots_so.png"/>
          <p:cNvPicPr preferRelativeResize="0"/>
          <p:nvPr/>
        </p:nvPicPr>
        <p:blipFill>
          <a:blip r:embed="rId4">
            <a:alphaModFix/>
          </a:blip>
          <a:stretch>
            <a:fillRect/>
          </a:stretch>
        </p:blipFill>
        <p:spPr>
          <a:xfrm>
            <a:off x="546625" y="799800"/>
            <a:ext cx="7112798" cy="4000949"/>
          </a:xfrm>
          <a:prstGeom prst="rect">
            <a:avLst/>
          </a:prstGeom>
          <a:noFill/>
          <a:ln>
            <a:noFill/>
          </a:ln>
        </p:spPr>
      </p:pic>
      <p:sp>
        <p:nvSpPr>
          <p:cNvPr id="659" name="Google Shape;659;p25"/>
          <p:cNvSpPr txBox="1"/>
          <p:nvPr/>
        </p:nvSpPr>
        <p:spPr>
          <a:xfrm>
            <a:off x="3422700" y="4760625"/>
            <a:ext cx="2298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Hanken Grotesk"/>
                <a:ea typeface="Hanken Grotesk"/>
                <a:cs typeface="Hanken Grotesk"/>
                <a:sym typeface="Hanken Grotesk"/>
              </a:rPr>
              <a:t>sc23sss@leeds.ac.uk</a:t>
            </a:r>
            <a:endParaRPr sz="1600">
              <a:solidFill>
                <a:schemeClr val="dk1"/>
              </a:solidFill>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26"/>
          <p:cNvSpPr txBox="1"/>
          <p:nvPr/>
        </p:nvSpPr>
        <p:spPr>
          <a:xfrm>
            <a:off x="1190825" y="3207750"/>
            <a:ext cx="68460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Ingests cloned GitHub repositories for semantic search.</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Answers natural language questions via RAG.</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Designed for local execution and data privacy.</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Lightweight fallback mode when LLM is offline.</a:t>
            </a:r>
            <a:endParaRPr sz="1600">
              <a:solidFill>
                <a:schemeClr val="dk1"/>
              </a:solidFill>
              <a:latin typeface="Hanken Grotesk"/>
              <a:ea typeface="Hanken Grotesk"/>
              <a:cs typeface="Hanken Grotesk"/>
              <a:sym typeface="Hanken Grotesk"/>
            </a:endParaRPr>
          </a:p>
        </p:txBody>
      </p:sp>
      <p:pic>
        <p:nvPicPr>
          <p:cNvPr id="665" name="Google Shape;665;p26"/>
          <p:cNvPicPr preferRelativeResize="0"/>
          <p:nvPr/>
        </p:nvPicPr>
        <p:blipFill>
          <a:blip r:embed="rId3">
            <a:alphaModFix/>
          </a:blip>
          <a:stretch>
            <a:fillRect/>
          </a:stretch>
        </p:blipFill>
        <p:spPr>
          <a:xfrm>
            <a:off x="6513756" y="111950"/>
            <a:ext cx="2481868" cy="800400"/>
          </a:xfrm>
          <a:prstGeom prst="rect">
            <a:avLst/>
          </a:prstGeom>
          <a:noFill/>
          <a:ln>
            <a:noFill/>
          </a:ln>
        </p:spPr>
      </p:pic>
      <p:sp>
        <p:nvSpPr>
          <p:cNvPr id="666" name="Google Shape;666;p26"/>
          <p:cNvSpPr txBox="1"/>
          <p:nvPr/>
        </p:nvSpPr>
        <p:spPr>
          <a:xfrm>
            <a:off x="715300" y="466125"/>
            <a:ext cx="68793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dk1"/>
                </a:solidFill>
                <a:latin typeface="Raleway Black"/>
                <a:ea typeface="Raleway Black"/>
                <a:cs typeface="Raleway Black"/>
                <a:sym typeface="Raleway Black"/>
              </a:rPr>
              <a:t>Why CodeQuery?</a:t>
            </a:r>
            <a:endParaRPr sz="2300">
              <a:solidFill>
                <a:schemeClr val="dk1"/>
              </a:solidFill>
              <a:latin typeface="Raleway Black"/>
              <a:ea typeface="Raleway Black"/>
              <a:cs typeface="Raleway Black"/>
              <a:sym typeface="Raleway Black"/>
            </a:endParaRPr>
          </a:p>
        </p:txBody>
      </p:sp>
      <p:pic>
        <p:nvPicPr>
          <p:cNvPr id="667" name="Google Shape;667;p26"/>
          <p:cNvPicPr preferRelativeResize="0"/>
          <p:nvPr/>
        </p:nvPicPr>
        <p:blipFill rotWithShape="1">
          <a:blip r:embed="rId4">
            <a:alphaModFix/>
          </a:blip>
          <a:srcRect b="13289" l="0" r="0" t="17497"/>
          <a:stretch/>
        </p:blipFill>
        <p:spPr>
          <a:xfrm>
            <a:off x="1864225" y="1158349"/>
            <a:ext cx="4907800" cy="1895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pic>
        <p:nvPicPr>
          <p:cNvPr id="672" name="Google Shape;672;p27"/>
          <p:cNvPicPr preferRelativeResize="0"/>
          <p:nvPr/>
        </p:nvPicPr>
        <p:blipFill>
          <a:blip r:embed="rId3">
            <a:alphaModFix/>
          </a:blip>
          <a:stretch>
            <a:fillRect/>
          </a:stretch>
        </p:blipFill>
        <p:spPr>
          <a:xfrm>
            <a:off x="6513756" y="111950"/>
            <a:ext cx="2481868" cy="800400"/>
          </a:xfrm>
          <a:prstGeom prst="rect">
            <a:avLst/>
          </a:prstGeom>
          <a:noFill/>
          <a:ln>
            <a:noFill/>
          </a:ln>
        </p:spPr>
      </p:pic>
      <p:sp>
        <p:nvSpPr>
          <p:cNvPr id="673" name="Google Shape;673;p27"/>
          <p:cNvSpPr txBox="1"/>
          <p:nvPr/>
        </p:nvSpPr>
        <p:spPr>
          <a:xfrm>
            <a:off x="795625" y="482225"/>
            <a:ext cx="54087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dk1"/>
                </a:solidFill>
                <a:latin typeface="Raleway Black"/>
                <a:ea typeface="Raleway Black"/>
                <a:cs typeface="Raleway Black"/>
                <a:sym typeface="Raleway Black"/>
              </a:rPr>
              <a:t>System at a glance</a:t>
            </a:r>
            <a:endParaRPr sz="2300">
              <a:solidFill>
                <a:schemeClr val="dk1"/>
              </a:solidFill>
              <a:latin typeface="Raleway Black"/>
              <a:ea typeface="Raleway Black"/>
              <a:cs typeface="Raleway Black"/>
              <a:sym typeface="Raleway Black"/>
            </a:endParaRPr>
          </a:p>
        </p:txBody>
      </p:sp>
      <p:pic>
        <p:nvPicPr>
          <p:cNvPr descr="Minimal professional architecture diagram, dark background, 16:9. Large boxes: “Client (Swagger)” → “FastAPI REST API”. From FastAPI a two-way arrow to “PostgreSQL + pgvector”. Add two optional dotted boxes below: “Celery + Redis (background ingestion)” and “Ollama LLM (optional generation)”. Use simple arrows, high contrast, neon blue/purple accents, large readable labels, no clutter." id="674" name="Google Shape;674;p27"/>
          <p:cNvPicPr preferRelativeResize="0"/>
          <p:nvPr/>
        </p:nvPicPr>
        <p:blipFill>
          <a:blip r:embed="rId4">
            <a:alphaModFix/>
          </a:blip>
          <a:stretch>
            <a:fillRect/>
          </a:stretch>
        </p:blipFill>
        <p:spPr>
          <a:xfrm>
            <a:off x="1475150" y="1077275"/>
            <a:ext cx="6374875" cy="3559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28"/>
          <p:cNvSpPr txBox="1"/>
          <p:nvPr/>
        </p:nvSpPr>
        <p:spPr>
          <a:xfrm>
            <a:off x="427400" y="1446075"/>
            <a:ext cx="2481900" cy="19086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Repositories: CRUD</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Analysis: status + statistics</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Questions: ask + sources/citations</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Correct JSON + status codes</a:t>
            </a:r>
            <a:endParaRPr sz="1600">
              <a:solidFill>
                <a:schemeClr val="dk1"/>
              </a:solidFill>
              <a:latin typeface="Hanken Grotesk"/>
              <a:ea typeface="Hanken Grotesk"/>
              <a:cs typeface="Hanken Grotesk"/>
              <a:sym typeface="Hanken Grotesk"/>
            </a:endParaRPr>
          </a:p>
        </p:txBody>
      </p:sp>
      <p:pic>
        <p:nvPicPr>
          <p:cNvPr id="680" name="Google Shape;680;p28"/>
          <p:cNvPicPr preferRelativeResize="0"/>
          <p:nvPr/>
        </p:nvPicPr>
        <p:blipFill>
          <a:blip r:embed="rId3">
            <a:alphaModFix/>
          </a:blip>
          <a:stretch>
            <a:fillRect/>
          </a:stretch>
        </p:blipFill>
        <p:spPr>
          <a:xfrm>
            <a:off x="6513756" y="111950"/>
            <a:ext cx="2481868" cy="800400"/>
          </a:xfrm>
          <a:prstGeom prst="rect">
            <a:avLst/>
          </a:prstGeom>
          <a:noFill/>
          <a:ln>
            <a:noFill/>
          </a:ln>
        </p:spPr>
      </p:pic>
      <p:pic>
        <p:nvPicPr>
          <p:cNvPr id="681" name="Google Shape;681;p28" title="5cb66c4f-dbb8-4549-b9b5-45ae6f6af0e3.png"/>
          <p:cNvPicPr preferRelativeResize="0"/>
          <p:nvPr/>
        </p:nvPicPr>
        <p:blipFill>
          <a:blip r:embed="rId4">
            <a:alphaModFix/>
          </a:blip>
          <a:stretch>
            <a:fillRect/>
          </a:stretch>
        </p:blipFill>
        <p:spPr>
          <a:xfrm>
            <a:off x="2804800" y="944500"/>
            <a:ext cx="6274899" cy="4146324"/>
          </a:xfrm>
          <a:prstGeom prst="rect">
            <a:avLst/>
          </a:prstGeom>
          <a:noFill/>
          <a:ln>
            <a:noFill/>
          </a:ln>
        </p:spPr>
      </p:pic>
      <p:sp>
        <p:nvSpPr>
          <p:cNvPr id="682" name="Google Shape;682;p28"/>
          <p:cNvSpPr txBox="1"/>
          <p:nvPr/>
        </p:nvSpPr>
        <p:spPr>
          <a:xfrm>
            <a:off x="667025" y="478025"/>
            <a:ext cx="54087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dk1"/>
                </a:solidFill>
                <a:latin typeface="Raleway Black"/>
                <a:ea typeface="Raleway Black"/>
                <a:cs typeface="Raleway Black"/>
                <a:sym typeface="Raleway Black"/>
              </a:rPr>
              <a:t> REST API and endpoints</a:t>
            </a:r>
            <a:endParaRPr sz="2300">
              <a:solidFill>
                <a:schemeClr val="dk1"/>
              </a:solidFill>
              <a:latin typeface="Raleway Black"/>
              <a:ea typeface="Raleway Black"/>
              <a:cs typeface="Raleway Black"/>
              <a:sym typeface="Raleway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29"/>
          <p:cNvSpPr txBox="1"/>
          <p:nvPr/>
        </p:nvSpPr>
        <p:spPr>
          <a:xfrm>
            <a:off x="623500" y="3328875"/>
            <a:ext cx="7461600" cy="431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600">
              <a:solidFill>
                <a:schemeClr val="dk1"/>
              </a:solidFill>
              <a:latin typeface="Hanken Grotesk"/>
              <a:ea typeface="Hanken Grotesk"/>
              <a:cs typeface="Hanken Grotesk"/>
              <a:sym typeface="Hanken Grotesk"/>
            </a:endParaRPr>
          </a:p>
        </p:txBody>
      </p:sp>
      <p:pic>
        <p:nvPicPr>
          <p:cNvPr id="688" name="Google Shape;688;p29"/>
          <p:cNvPicPr preferRelativeResize="0"/>
          <p:nvPr/>
        </p:nvPicPr>
        <p:blipFill>
          <a:blip r:embed="rId3">
            <a:alphaModFix/>
          </a:blip>
          <a:stretch>
            <a:fillRect/>
          </a:stretch>
        </p:blipFill>
        <p:spPr>
          <a:xfrm>
            <a:off x="7345550" y="111950"/>
            <a:ext cx="1650076" cy="532150"/>
          </a:xfrm>
          <a:prstGeom prst="rect">
            <a:avLst/>
          </a:prstGeom>
          <a:noFill/>
          <a:ln>
            <a:noFill/>
          </a:ln>
        </p:spPr>
      </p:pic>
      <p:sp>
        <p:nvSpPr>
          <p:cNvPr id="689" name="Google Shape;689;p29"/>
          <p:cNvSpPr txBox="1"/>
          <p:nvPr/>
        </p:nvSpPr>
        <p:spPr>
          <a:xfrm>
            <a:off x="723350" y="474175"/>
            <a:ext cx="68793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solidFill>
                  <a:schemeClr val="dk1"/>
                </a:solidFill>
                <a:latin typeface="Raleway Black"/>
                <a:ea typeface="Raleway Black"/>
                <a:cs typeface="Raleway Black"/>
                <a:sym typeface="Raleway Black"/>
              </a:rPr>
              <a:t>Ingestion Pipeline </a:t>
            </a:r>
            <a:endParaRPr sz="2600">
              <a:solidFill>
                <a:schemeClr val="dk1"/>
              </a:solidFill>
              <a:latin typeface="Raleway Black"/>
              <a:ea typeface="Raleway Black"/>
              <a:cs typeface="Raleway Black"/>
              <a:sym typeface="Raleway Black"/>
            </a:endParaRPr>
          </a:p>
        </p:txBody>
      </p:sp>
      <p:pic>
        <p:nvPicPr>
          <p:cNvPr descr="Professional dark-mode diagram, 16:9. Flow left to right:&#10;“User Question” (chat bubble icon) → “Embed Question” → “Retrieve Top-K Code Chunks (pgvector)” → “Optional Local LLM” (small dotted box labelled “Ollama”) → “Answer + Citations” (document icon with tags “file:line”).&#10;Style: minimal, clean, high contrast, neon blue/purple accents, large readable labels, plenty of spacing, no clutter." id="690" name="Google Shape;690;p29"/>
          <p:cNvPicPr preferRelativeResize="0"/>
          <p:nvPr/>
        </p:nvPicPr>
        <p:blipFill rotWithShape="1">
          <a:blip r:embed="rId4">
            <a:alphaModFix/>
          </a:blip>
          <a:srcRect b="20776" l="4141" r="1537" t="30784"/>
          <a:stretch/>
        </p:blipFill>
        <p:spPr>
          <a:xfrm>
            <a:off x="1052800" y="3020750"/>
            <a:ext cx="6421226" cy="1841400"/>
          </a:xfrm>
          <a:prstGeom prst="rect">
            <a:avLst/>
          </a:prstGeom>
          <a:noFill/>
          <a:ln>
            <a:noFill/>
          </a:ln>
        </p:spPr>
      </p:pic>
      <p:pic>
        <p:nvPicPr>
          <p:cNvPr descr="Professional dark-mode pipeline diagram, 16:9. Flow: Git Repository → Clone Repo → Filter Files → Chunk Code → Embed → Store in PostgreSQL (pgvector). Then continue: User Question → Embed Question → Retrieve Top-K Chunks (pgvector) → Optional Local LLM (Ollama) → Answer + Citations (file path + line numbers). Minimal, clean, readable labels, modern tech style, consistent neon blue/purple highlights." id="691" name="Google Shape;691;p29"/>
          <p:cNvPicPr preferRelativeResize="0"/>
          <p:nvPr/>
        </p:nvPicPr>
        <p:blipFill rotWithShape="1">
          <a:blip r:embed="rId5">
            <a:alphaModFix/>
          </a:blip>
          <a:srcRect b="24822" l="3322" r="32542" t="43880"/>
          <a:stretch/>
        </p:blipFill>
        <p:spPr>
          <a:xfrm>
            <a:off x="1227600" y="993575"/>
            <a:ext cx="6246426" cy="1677700"/>
          </a:xfrm>
          <a:prstGeom prst="rect">
            <a:avLst/>
          </a:prstGeom>
          <a:noFill/>
          <a:ln>
            <a:noFill/>
          </a:ln>
        </p:spPr>
      </p:pic>
      <p:sp>
        <p:nvSpPr>
          <p:cNvPr id="692" name="Google Shape;692;p29"/>
          <p:cNvSpPr txBox="1"/>
          <p:nvPr/>
        </p:nvSpPr>
        <p:spPr>
          <a:xfrm>
            <a:off x="723350" y="2483975"/>
            <a:ext cx="68793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solidFill>
                  <a:schemeClr val="dk1"/>
                </a:solidFill>
                <a:latin typeface="Raleway Black"/>
                <a:ea typeface="Raleway Black"/>
                <a:cs typeface="Raleway Black"/>
                <a:sym typeface="Raleway Black"/>
              </a:rPr>
              <a:t>RAG Workflow</a:t>
            </a:r>
            <a:endParaRPr sz="2600">
              <a:solidFill>
                <a:schemeClr val="dk1"/>
              </a:solidFill>
              <a:latin typeface="Raleway Black"/>
              <a:ea typeface="Raleway Black"/>
              <a:cs typeface="Raleway Black"/>
              <a:sym typeface="Raleway Blac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pic>
        <p:nvPicPr>
          <p:cNvPr id="697" name="Google Shape;697;p30"/>
          <p:cNvPicPr preferRelativeResize="0"/>
          <p:nvPr/>
        </p:nvPicPr>
        <p:blipFill>
          <a:blip r:embed="rId3">
            <a:alphaModFix/>
          </a:blip>
          <a:stretch>
            <a:fillRect/>
          </a:stretch>
        </p:blipFill>
        <p:spPr>
          <a:xfrm>
            <a:off x="6511102" y="136025"/>
            <a:ext cx="2493824" cy="804251"/>
          </a:xfrm>
          <a:prstGeom prst="rect">
            <a:avLst/>
          </a:prstGeom>
          <a:noFill/>
          <a:ln>
            <a:noFill/>
          </a:ln>
        </p:spPr>
      </p:pic>
      <p:sp>
        <p:nvSpPr>
          <p:cNvPr id="698" name="Google Shape;698;p30"/>
          <p:cNvSpPr txBox="1"/>
          <p:nvPr/>
        </p:nvSpPr>
        <p:spPr>
          <a:xfrm>
            <a:off x="683150" y="450050"/>
            <a:ext cx="68793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solidFill>
                  <a:schemeClr val="dk1"/>
                </a:solidFill>
                <a:latin typeface="Raleway Black"/>
                <a:ea typeface="Raleway Black"/>
                <a:cs typeface="Raleway Black"/>
                <a:sym typeface="Raleway Black"/>
              </a:rPr>
              <a:t>Example output with LLM </a:t>
            </a:r>
            <a:endParaRPr sz="2600">
              <a:solidFill>
                <a:schemeClr val="dk1"/>
              </a:solidFill>
              <a:latin typeface="Raleway Black"/>
              <a:ea typeface="Raleway Black"/>
              <a:cs typeface="Raleway Black"/>
              <a:sym typeface="Raleway Black"/>
            </a:endParaRPr>
          </a:p>
        </p:txBody>
      </p:sp>
      <p:pic>
        <p:nvPicPr>
          <p:cNvPr id="699" name="Google Shape;699;p30"/>
          <p:cNvPicPr preferRelativeResize="0"/>
          <p:nvPr/>
        </p:nvPicPr>
        <p:blipFill rotWithShape="1">
          <a:blip r:embed="rId4">
            <a:alphaModFix/>
          </a:blip>
          <a:srcRect b="13457" l="0" r="2200" t="7153"/>
          <a:stretch/>
        </p:blipFill>
        <p:spPr>
          <a:xfrm>
            <a:off x="613950" y="940275"/>
            <a:ext cx="7647801" cy="4021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31"/>
          <p:cNvSpPr txBox="1"/>
          <p:nvPr/>
        </p:nvSpPr>
        <p:spPr>
          <a:xfrm>
            <a:off x="424350" y="1815300"/>
            <a:ext cx="2557500" cy="21549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Comprehensive</a:t>
            </a:r>
            <a:r>
              <a:rPr b="1" lang="en" sz="1600">
                <a:solidFill>
                  <a:schemeClr val="dk1"/>
                </a:solidFill>
                <a:latin typeface="Hanken Grotesk"/>
                <a:ea typeface="Hanken Grotesk"/>
                <a:cs typeface="Hanken Grotesk"/>
                <a:sym typeface="Hanken Grotesk"/>
              </a:rPr>
              <a:t> </a:t>
            </a:r>
            <a:r>
              <a:rPr b="1" i="1" lang="en" sz="1600">
                <a:solidFill>
                  <a:schemeClr val="dk1"/>
                </a:solidFill>
                <a:latin typeface="Hanken Grotesk"/>
                <a:ea typeface="Hanken Grotesk"/>
                <a:cs typeface="Hanken Grotesk"/>
                <a:sym typeface="Hanken Grotesk"/>
              </a:rPr>
              <a:t>pytest</a:t>
            </a:r>
            <a:r>
              <a:rPr lang="en" sz="1600">
                <a:solidFill>
                  <a:schemeClr val="dk1"/>
                </a:solidFill>
                <a:latin typeface="Hanken Grotesk"/>
                <a:ea typeface="Hanken Grotesk"/>
                <a:cs typeface="Hanken Grotesk"/>
                <a:sym typeface="Hanken Grotesk"/>
              </a:rPr>
              <a:t> suite ensuring robust endpoints.</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Isolated testing for ingestion tools and chunking logic.</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Runs reproducibly in Docker</a:t>
            </a:r>
            <a:endParaRPr sz="1600">
              <a:solidFill>
                <a:schemeClr val="dk1"/>
              </a:solidFill>
              <a:latin typeface="Hanken Grotesk"/>
              <a:ea typeface="Hanken Grotesk"/>
              <a:cs typeface="Hanken Grotesk"/>
              <a:sym typeface="Hanken Grotesk"/>
            </a:endParaRPr>
          </a:p>
        </p:txBody>
      </p:sp>
      <p:pic>
        <p:nvPicPr>
          <p:cNvPr id="705" name="Google Shape;705;p31"/>
          <p:cNvPicPr preferRelativeResize="0"/>
          <p:nvPr/>
        </p:nvPicPr>
        <p:blipFill>
          <a:blip r:embed="rId3">
            <a:alphaModFix/>
          </a:blip>
          <a:stretch>
            <a:fillRect/>
          </a:stretch>
        </p:blipFill>
        <p:spPr>
          <a:xfrm>
            <a:off x="6513756" y="111950"/>
            <a:ext cx="2481868" cy="800400"/>
          </a:xfrm>
          <a:prstGeom prst="rect">
            <a:avLst/>
          </a:prstGeom>
          <a:noFill/>
          <a:ln>
            <a:noFill/>
          </a:ln>
        </p:spPr>
      </p:pic>
      <p:sp>
        <p:nvSpPr>
          <p:cNvPr id="706" name="Google Shape;706;p31"/>
          <p:cNvSpPr txBox="1"/>
          <p:nvPr/>
        </p:nvSpPr>
        <p:spPr>
          <a:xfrm>
            <a:off x="715300" y="466125"/>
            <a:ext cx="68793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dk1"/>
                </a:solidFill>
                <a:latin typeface="Raleway Black"/>
                <a:ea typeface="Raleway Black"/>
                <a:cs typeface="Raleway Black"/>
                <a:sym typeface="Raleway Black"/>
              </a:rPr>
              <a:t>Testing &amp; Quality Assurance</a:t>
            </a:r>
            <a:endParaRPr sz="2300">
              <a:solidFill>
                <a:schemeClr val="dk1"/>
              </a:solidFill>
              <a:latin typeface="Raleway Black"/>
              <a:ea typeface="Raleway Black"/>
              <a:cs typeface="Raleway Black"/>
              <a:sym typeface="Raleway Black"/>
            </a:endParaRPr>
          </a:p>
        </p:txBody>
      </p:sp>
      <p:pic>
        <p:nvPicPr>
          <p:cNvPr id="707" name="Google Shape;707;p31"/>
          <p:cNvPicPr preferRelativeResize="0"/>
          <p:nvPr/>
        </p:nvPicPr>
        <p:blipFill rotWithShape="1">
          <a:blip r:embed="rId4">
            <a:alphaModFix/>
          </a:blip>
          <a:srcRect b="0" l="0" r="0" t="4535"/>
          <a:stretch/>
        </p:blipFill>
        <p:spPr>
          <a:xfrm>
            <a:off x="2941675" y="1004925"/>
            <a:ext cx="6053950" cy="394463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32"/>
          <p:cNvSpPr txBox="1"/>
          <p:nvPr/>
        </p:nvSpPr>
        <p:spPr>
          <a:xfrm>
            <a:off x="516275" y="2571750"/>
            <a:ext cx="4378200" cy="21549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Iterative development driven by Git version control.</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Clear, descriptive commit history demonstrating progression.</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Containerised environments via Docker Compose.</a:t>
            </a:r>
            <a:endParaRPr sz="1600">
              <a:solidFill>
                <a:schemeClr val="dk1"/>
              </a:solidFill>
              <a:latin typeface="Hanken Grotesk"/>
              <a:ea typeface="Hanken Grotesk"/>
              <a:cs typeface="Hanken Grotesk"/>
              <a:sym typeface="Hanken Grotesk"/>
            </a:endParaRPr>
          </a:p>
          <a:p>
            <a:pPr indent="-330200" lvl="0" marL="457200" rtl="0" algn="l">
              <a:spcBef>
                <a:spcPts val="0"/>
              </a:spcBef>
              <a:spcAft>
                <a:spcPts val="0"/>
              </a:spcAft>
              <a:buClr>
                <a:schemeClr val="dk1"/>
              </a:buClr>
              <a:buSzPts val="1600"/>
              <a:buFont typeface="Hanken Grotesk"/>
              <a:buChar char="●"/>
            </a:pPr>
            <a:r>
              <a:rPr lang="en" sz="1600">
                <a:solidFill>
                  <a:schemeClr val="dk1"/>
                </a:solidFill>
                <a:latin typeface="Hanken Grotesk"/>
                <a:ea typeface="Hanken Grotesk"/>
                <a:cs typeface="Hanken Grotesk"/>
                <a:sym typeface="Hanken Grotesk"/>
              </a:rPr>
              <a:t>Complete separation of concerns (API, DB, Workers).</a:t>
            </a:r>
            <a:endParaRPr sz="1600">
              <a:solidFill>
                <a:schemeClr val="dk1"/>
              </a:solidFill>
              <a:latin typeface="Hanken Grotesk"/>
              <a:ea typeface="Hanken Grotesk"/>
              <a:cs typeface="Hanken Grotesk"/>
              <a:sym typeface="Hanken Grotesk"/>
            </a:endParaRPr>
          </a:p>
        </p:txBody>
      </p:sp>
      <p:pic>
        <p:nvPicPr>
          <p:cNvPr id="713" name="Google Shape;713;p32"/>
          <p:cNvPicPr preferRelativeResize="0"/>
          <p:nvPr/>
        </p:nvPicPr>
        <p:blipFill>
          <a:blip r:embed="rId3">
            <a:alphaModFix/>
          </a:blip>
          <a:stretch>
            <a:fillRect/>
          </a:stretch>
        </p:blipFill>
        <p:spPr>
          <a:xfrm>
            <a:off x="6513756" y="111950"/>
            <a:ext cx="2481868" cy="800400"/>
          </a:xfrm>
          <a:prstGeom prst="rect">
            <a:avLst/>
          </a:prstGeom>
          <a:noFill/>
          <a:ln>
            <a:noFill/>
          </a:ln>
        </p:spPr>
      </p:pic>
      <p:sp>
        <p:nvSpPr>
          <p:cNvPr id="714" name="Google Shape;714;p32"/>
          <p:cNvSpPr txBox="1"/>
          <p:nvPr/>
        </p:nvSpPr>
        <p:spPr>
          <a:xfrm>
            <a:off x="715300" y="466125"/>
            <a:ext cx="6197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dk1"/>
                </a:solidFill>
                <a:latin typeface="Raleway Black"/>
                <a:ea typeface="Raleway Black"/>
                <a:cs typeface="Raleway Black"/>
                <a:sym typeface="Raleway Black"/>
              </a:rPr>
              <a:t>Version Control &amp; Reproducible Builds</a:t>
            </a:r>
            <a:endParaRPr sz="2300">
              <a:solidFill>
                <a:schemeClr val="dk1"/>
              </a:solidFill>
              <a:latin typeface="Raleway Black"/>
              <a:ea typeface="Raleway Black"/>
              <a:cs typeface="Raleway Black"/>
              <a:sym typeface="Raleway Black"/>
            </a:endParaRPr>
          </a:p>
        </p:txBody>
      </p:sp>
      <p:pic>
        <p:nvPicPr>
          <p:cNvPr id="715" name="Google Shape;715;p32" title="ray-so-export.png"/>
          <p:cNvPicPr preferRelativeResize="0"/>
          <p:nvPr/>
        </p:nvPicPr>
        <p:blipFill rotWithShape="1">
          <a:blip r:embed="rId4">
            <a:alphaModFix/>
          </a:blip>
          <a:srcRect b="16656" l="9518" r="9889" t="19528"/>
          <a:stretch/>
        </p:blipFill>
        <p:spPr>
          <a:xfrm>
            <a:off x="4757750" y="2919362"/>
            <a:ext cx="3941176" cy="1459700"/>
          </a:xfrm>
          <a:prstGeom prst="rect">
            <a:avLst/>
          </a:prstGeom>
          <a:noFill/>
          <a:ln>
            <a:noFill/>
          </a:ln>
        </p:spPr>
      </p:pic>
      <p:pic>
        <p:nvPicPr>
          <p:cNvPr id="716" name="Google Shape;716;p32"/>
          <p:cNvPicPr preferRelativeResize="0"/>
          <p:nvPr/>
        </p:nvPicPr>
        <p:blipFill>
          <a:blip r:embed="rId5">
            <a:alphaModFix/>
          </a:blip>
          <a:stretch>
            <a:fillRect/>
          </a:stretch>
        </p:blipFill>
        <p:spPr>
          <a:xfrm>
            <a:off x="1977025" y="1058478"/>
            <a:ext cx="5271107" cy="1459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grpSp>
        <p:nvGrpSpPr>
          <p:cNvPr id="721" name="Google Shape;721;p33"/>
          <p:cNvGrpSpPr/>
          <p:nvPr/>
        </p:nvGrpSpPr>
        <p:grpSpPr>
          <a:xfrm>
            <a:off x="6361493" y="-3869887"/>
            <a:ext cx="2394072" cy="6005438"/>
            <a:chOff x="6361493" y="-3627137"/>
            <a:chExt cx="2394072" cy="6005438"/>
          </a:xfrm>
        </p:grpSpPr>
        <p:grpSp>
          <p:nvGrpSpPr>
            <p:cNvPr id="722" name="Google Shape;722;p33"/>
            <p:cNvGrpSpPr/>
            <p:nvPr/>
          </p:nvGrpSpPr>
          <p:grpSpPr>
            <a:xfrm>
              <a:off x="6361493" y="-1981255"/>
              <a:ext cx="681217" cy="3360485"/>
              <a:chOff x="1337800" y="-2525590"/>
              <a:chExt cx="1498167" cy="7390555"/>
            </a:xfrm>
          </p:grpSpPr>
          <p:cxnSp>
            <p:nvCxnSpPr>
              <p:cNvPr id="723" name="Google Shape;723;p33"/>
              <p:cNvCxnSpPr/>
              <p:nvPr/>
            </p:nvCxnSpPr>
            <p:spPr>
              <a:xfrm rot="10800000">
                <a:off x="1337800" y="-2525590"/>
                <a:ext cx="0" cy="5870700"/>
              </a:xfrm>
              <a:prstGeom prst="straightConnector1">
                <a:avLst/>
              </a:prstGeom>
              <a:noFill/>
              <a:ln cap="flat" cmpd="sng" w="9525">
                <a:solidFill>
                  <a:schemeClr val="accent1"/>
                </a:solidFill>
                <a:prstDash val="solid"/>
                <a:round/>
                <a:headEnd len="med" w="med" type="none"/>
                <a:tailEnd len="med" w="med" type="none"/>
              </a:ln>
            </p:spPr>
          </p:cxnSp>
          <p:cxnSp>
            <p:nvCxnSpPr>
              <p:cNvPr id="724" name="Google Shape;724;p33"/>
              <p:cNvCxnSpPr/>
              <p:nvPr/>
            </p:nvCxnSpPr>
            <p:spPr>
              <a:xfrm>
                <a:off x="1337800" y="3347125"/>
                <a:ext cx="1158600" cy="1141200"/>
              </a:xfrm>
              <a:prstGeom prst="straightConnector1">
                <a:avLst/>
              </a:prstGeom>
              <a:noFill/>
              <a:ln cap="flat" cmpd="sng" w="9525">
                <a:solidFill>
                  <a:schemeClr val="accent1"/>
                </a:solidFill>
                <a:prstDash val="solid"/>
                <a:round/>
                <a:headEnd len="med" w="med" type="none"/>
                <a:tailEnd len="med" w="med" type="none"/>
              </a:ln>
            </p:spPr>
          </p:cxnSp>
          <p:sp>
            <p:nvSpPr>
              <p:cNvPr id="725" name="Google Shape;725;p33"/>
              <p:cNvSpPr/>
              <p:nvPr/>
            </p:nvSpPr>
            <p:spPr>
              <a:xfrm rot="5400000">
                <a:off x="2412855" y="4441854"/>
                <a:ext cx="425397" cy="420826"/>
              </a:xfrm>
              <a:custGeom>
                <a:rect b="b" l="l" r="r" t="t"/>
                <a:pathLst>
                  <a:path extrusionOk="0" fill="none" h="2719" w="2748">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cap="flat" cmpd="sng" w="9525">
                <a:solidFill>
                  <a:schemeClr val="accent1"/>
                </a:solidFill>
                <a:prstDash val="solid"/>
                <a:miter lim="72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6" name="Google Shape;726;p33"/>
            <p:cNvSpPr/>
            <p:nvPr/>
          </p:nvSpPr>
          <p:spPr>
            <a:xfrm rot="10800000">
              <a:off x="6784218" y="-3627137"/>
              <a:ext cx="1971347" cy="6005438"/>
            </a:xfrm>
            <a:custGeom>
              <a:rect b="b" l="l" r="r" t="t"/>
              <a:pathLst>
                <a:path extrusionOk="0" h="191668" w="62917">
                  <a:moveTo>
                    <a:pt x="0" y="0"/>
                  </a:moveTo>
                  <a:lnTo>
                    <a:pt x="0" y="21836"/>
                  </a:lnTo>
                  <a:lnTo>
                    <a:pt x="38334" y="60169"/>
                  </a:lnTo>
                  <a:lnTo>
                    <a:pt x="38334" y="81762"/>
                  </a:lnTo>
                  <a:lnTo>
                    <a:pt x="22442" y="97654"/>
                  </a:lnTo>
                  <a:lnTo>
                    <a:pt x="22442" y="116457"/>
                  </a:lnTo>
                  <a:lnTo>
                    <a:pt x="62917" y="139825"/>
                  </a:lnTo>
                  <a:lnTo>
                    <a:pt x="62917" y="191668"/>
                  </a:lnTo>
                </a:path>
              </a:pathLst>
            </a:custGeom>
            <a:noFill/>
            <a:ln cap="flat" cmpd="sng" w="9525">
              <a:solidFill>
                <a:schemeClr val="accent1"/>
              </a:solidFill>
              <a:prstDash val="solid"/>
              <a:round/>
              <a:headEnd len="med" w="med" type="none"/>
              <a:tailEnd len="med" w="med" type="none"/>
            </a:ln>
          </p:spPr>
        </p:sp>
      </p:grpSp>
      <p:sp>
        <p:nvSpPr>
          <p:cNvPr id="727" name="Google Shape;727;p33"/>
          <p:cNvSpPr txBox="1"/>
          <p:nvPr/>
        </p:nvSpPr>
        <p:spPr>
          <a:xfrm>
            <a:off x="2347950" y="2086500"/>
            <a:ext cx="4448100" cy="970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4500">
                <a:solidFill>
                  <a:srgbClr val="FFFFFF"/>
                </a:solidFill>
                <a:latin typeface="Raleway Black"/>
                <a:ea typeface="Raleway Black"/>
                <a:cs typeface="Raleway Black"/>
                <a:sym typeface="Raleway Black"/>
              </a:rPr>
              <a:t>THANKS!</a:t>
            </a:r>
            <a:endParaRPr sz="4500">
              <a:solidFill>
                <a:srgbClr val="FFFFFF"/>
              </a:solidFill>
              <a:latin typeface="Raleway Black"/>
              <a:ea typeface="Raleway Black"/>
              <a:cs typeface="Raleway Black"/>
              <a:sym typeface="Raleway Black"/>
            </a:endParaRPr>
          </a:p>
        </p:txBody>
      </p:sp>
      <p:sp>
        <p:nvSpPr>
          <p:cNvPr id="728" name="Google Shape;728;p33"/>
          <p:cNvSpPr/>
          <p:nvPr/>
        </p:nvSpPr>
        <p:spPr>
          <a:xfrm rot="-5400000">
            <a:off x="2014800" y="2473559"/>
            <a:ext cx="357300" cy="309016"/>
          </a:xfrm>
          <a:prstGeom prst="flowChartMerge">
            <a:avLst/>
          </a:prstGeom>
          <a:solidFill>
            <a:srgbClr val="00CA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9" name="Google Shape;729;p33"/>
          <p:cNvPicPr preferRelativeResize="0"/>
          <p:nvPr/>
        </p:nvPicPr>
        <p:blipFill>
          <a:blip r:embed="rId3">
            <a:alphaModFix/>
          </a:blip>
          <a:stretch>
            <a:fillRect/>
          </a:stretch>
        </p:blipFill>
        <p:spPr>
          <a:xfrm>
            <a:off x="6513756" y="111950"/>
            <a:ext cx="2481868" cy="800400"/>
          </a:xfrm>
          <a:prstGeom prst="rect">
            <a:avLst/>
          </a:prstGeom>
          <a:noFill/>
          <a:ln>
            <a:noFill/>
          </a:ln>
        </p:spPr>
      </p:pic>
      <p:sp>
        <p:nvSpPr>
          <p:cNvPr id="730" name="Google Shape;730;p33"/>
          <p:cNvSpPr txBox="1"/>
          <p:nvPr/>
        </p:nvSpPr>
        <p:spPr>
          <a:xfrm>
            <a:off x="1729825" y="3222725"/>
            <a:ext cx="5406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Hanken Grotesk"/>
                <a:ea typeface="Hanken Grotesk"/>
                <a:cs typeface="Hanken Grotesk"/>
                <a:sym typeface="Hanken Grotesk"/>
              </a:rPr>
              <a:t>All deliverables are linked in the github repository: https://github.com/Sachin-1712/RepoLens</a:t>
            </a:r>
            <a:endParaRPr sz="1600">
              <a:solidFill>
                <a:schemeClr val="dk1"/>
              </a:solidFill>
              <a:latin typeface="Hanken Grotesk"/>
              <a:ea typeface="Hanken Grotesk"/>
              <a:cs typeface="Hanken Grotesk"/>
              <a:sym typeface="Hanken Grotesk"/>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